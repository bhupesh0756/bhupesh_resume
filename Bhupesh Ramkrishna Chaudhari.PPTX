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Lst>
  <p:notesMasterIdLst>
    <p:notesMasterId r:id="rId6"/>
  </p:notesMasterIdLst>
  <p:handoutMasterIdLst>
    <p:handoutMasterId r:id="rId7"/>
  </p:handoutMasterIdLst>
  <p:sldIdLst>
    <p:sldId id="2147375480" r:id="rId5"/>
  </p:sldIdLst>
  <p:sldSz cx="12192000" cy="6858000"/>
  <p:notesSz cx="6858000" cy="9144000"/>
  <p:embeddedFontLst>
    <p:embeddedFont>
      <p:font typeface="Ubuntu" panose="020B0504030602030204" pitchFamily="34" charset="0"/>
      <p:regular r:id="rId8"/>
      <p:bold r:id="rId9"/>
      <p:italic r:id="rId10"/>
      <p:boldItalic r:id="rId11"/>
    </p:embeddedFont>
    <p:embeddedFont>
      <p:font typeface="Ubuntu Light" panose="020B0304030602030204" pitchFamily="34" charset="0"/>
      <p:regular r:id="rId12"/>
      <p:italic r:id="rId13"/>
    </p:embeddedFont>
    <p:embeddedFont>
      <p:font typeface="Ubuntu Medium" panose="020B0604030602030204" pitchFamily="34" charset="0"/>
      <p:regular r:id="rId14"/>
      <p:italic r:id="rId15"/>
    </p:embeddedFont>
  </p:embeddedFontLst>
  <p:custDataLst>
    <p:tags r:id="rId16"/>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1344"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FF5770"/>
    <a:srgbClr val="CCFFCC"/>
    <a:srgbClr val="BF8F00"/>
    <a:srgbClr val="F2F2F2"/>
    <a:srgbClr val="595959"/>
    <a:srgbClr val="FEFEFF"/>
    <a:srgbClr val="590A42"/>
    <a:srgbClr val="A17494"/>
    <a:srgbClr val="FFDA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F92F1F-8B85-4963-9A3B-CD36BB42F079}" v="1" dt="2022-11-23T07:03:30.3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5789" autoAdjust="0"/>
  </p:normalViewPr>
  <p:slideViewPr>
    <p:cSldViewPr>
      <p:cViewPr varScale="1">
        <p:scale>
          <a:sx n="66" d="100"/>
          <a:sy n="66" d="100"/>
        </p:scale>
        <p:origin x="436" y="32"/>
      </p:cViewPr>
      <p:guideLst>
        <p:guide orient="horz" pos="1344"/>
        <p:guide pos="3840"/>
      </p:guideLst>
    </p:cSldViewPr>
  </p:slideViewPr>
  <p:outlineViewPr>
    <p:cViewPr>
      <p:scale>
        <a:sx n="33" d="100"/>
        <a:sy n="33" d="100"/>
      </p:scale>
      <p:origin x="0" y="-1110"/>
    </p:cViewPr>
  </p:outlineViewPr>
  <p:notesTextViewPr>
    <p:cViewPr>
      <p:scale>
        <a:sx n="3" d="2"/>
        <a:sy n="3" d="2"/>
      </p:scale>
      <p:origin x="0" y="0"/>
    </p:cViewPr>
  </p:notesTextViewPr>
  <p:sorterViewPr>
    <p:cViewPr>
      <p:scale>
        <a:sx n="80" d="100"/>
        <a:sy n="80" d="100"/>
      </p:scale>
      <p:origin x="0" y="-4902"/>
    </p:cViewPr>
  </p:sorterViewPr>
  <p:notesViewPr>
    <p:cSldViewPr>
      <p:cViewPr varScale="1">
        <p:scale>
          <a:sx n="112" d="100"/>
          <a:sy n="112" d="100"/>
        </p:scale>
        <p:origin x="295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handoutMaster" Target="handoutMasters/handout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udhari, Bhupesh Ramkrishna" userId="5b80a4c0-6ddd-48ab-b40d-284936d3f384" providerId="ADAL" clId="{C1F92F1F-8B85-4963-9A3B-CD36BB42F079}"/>
    <pc:docChg chg="undo redo custSel modSld">
      <pc:chgData name="Chaudhari, Bhupesh Ramkrishna" userId="5b80a4c0-6ddd-48ab-b40d-284936d3f384" providerId="ADAL" clId="{C1F92F1F-8B85-4963-9A3B-CD36BB42F079}" dt="2022-11-23T07:28:59.568" v="848" actId="20577"/>
      <pc:docMkLst>
        <pc:docMk/>
      </pc:docMkLst>
      <pc:sldChg chg="addSp delSp modSp mod">
        <pc:chgData name="Chaudhari, Bhupesh Ramkrishna" userId="5b80a4c0-6ddd-48ab-b40d-284936d3f384" providerId="ADAL" clId="{C1F92F1F-8B85-4963-9A3B-CD36BB42F079}" dt="2022-11-23T07:28:59.568" v="848" actId="20577"/>
        <pc:sldMkLst>
          <pc:docMk/>
          <pc:sldMk cId="3266922462" sldId="2147375480"/>
        </pc:sldMkLst>
        <pc:spChg chg="mod">
          <ac:chgData name="Chaudhari, Bhupesh Ramkrishna" userId="5b80a4c0-6ddd-48ab-b40d-284936d3f384" providerId="ADAL" clId="{C1F92F1F-8B85-4963-9A3B-CD36BB42F079}" dt="2022-11-23T07:28:59.568" v="848" actId="20577"/>
          <ac:spMkLst>
            <pc:docMk/>
            <pc:sldMk cId="3266922462" sldId="2147375480"/>
            <ac:spMk id="3" creationId="{7A559ADD-09B8-4697-B6CD-FA72E0865C1E}"/>
          </ac:spMkLst>
        </pc:spChg>
        <pc:spChg chg="mod">
          <ac:chgData name="Chaudhari, Bhupesh Ramkrishna" userId="5b80a4c0-6ddd-48ab-b40d-284936d3f384" providerId="ADAL" clId="{C1F92F1F-8B85-4963-9A3B-CD36BB42F079}" dt="2022-11-23T06:24:05.708" v="119" actId="20577"/>
          <ac:spMkLst>
            <pc:docMk/>
            <pc:sldMk cId="3266922462" sldId="2147375480"/>
            <ac:spMk id="4" creationId="{19BC64E9-961C-4704-8C01-F08BFFF9D214}"/>
          </ac:spMkLst>
        </pc:spChg>
        <pc:spChg chg="add del mod">
          <ac:chgData name="Chaudhari, Bhupesh Ramkrishna" userId="5b80a4c0-6ddd-48ab-b40d-284936d3f384" providerId="ADAL" clId="{C1F92F1F-8B85-4963-9A3B-CD36BB42F079}" dt="2022-11-23T07:04:09.889" v="182" actId="478"/>
          <ac:spMkLst>
            <pc:docMk/>
            <pc:sldMk cId="3266922462" sldId="2147375480"/>
            <ac:spMk id="5" creationId="{B88CB053-CAF4-4397-B177-BBCC229FAAD9}"/>
          </ac:spMkLst>
        </pc:spChg>
        <pc:spChg chg="mod">
          <ac:chgData name="Chaudhari, Bhupesh Ramkrishna" userId="5b80a4c0-6ddd-48ab-b40d-284936d3f384" providerId="ADAL" clId="{C1F92F1F-8B85-4963-9A3B-CD36BB42F079}" dt="2022-11-23T07:23:22.932" v="840" actId="20577"/>
          <ac:spMkLst>
            <pc:docMk/>
            <pc:sldMk cId="3266922462" sldId="2147375480"/>
            <ac:spMk id="9" creationId="{15347811-1124-4538-B46B-D36891D55B2B}"/>
          </ac:spMkLst>
        </pc:spChg>
        <pc:spChg chg="mod">
          <ac:chgData name="Chaudhari, Bhupesh Ramkrishna" userId="5b80a4c0-6ddd-48ab-b40d-284936d3f384" providerId="ADAL" clId="{C1F92F1F-8B85-4963-9A3B-CD36BB42F079}" dt="2022-11-23T07:22:00.789" v="832" actId="20577"/>
          <ac:spMkLst>
            <pc:docMk/>
            <pc:sldMk cId="3266922462" sldId="2147375480"/>
            <ac:spMk id="10" creationId="{4F0ABCD0-8FFA-4A2B-B5EA-4D96BABA826C}"/>
          </ac:spMkLst>
        </pc:spChg>
        <pc:spChg chg="mod">
          <ac:chgData name="Chaudhari, Bhupesh Ramkrishna" userId="5b80a4c0-6ddd-48ab-b40d-284936d3f384" providerId="ADAL" clId="{C1F92F1F-8B85-4963-9A3B-CD36BB42F079}" dt="2022-11-23T07:22:11.589" v="835" actId="20577"/>
          <ac:spMkLst>
            <pc:docMk/>
            <pc:sldMk cId="3266922462" sldId="2147375480"/>
            <ac:spMk id="11" creationId="{74836AF5-D151-4E62-9CC5-0E4FF29BDDA4}"/>
          </ac:spMkLst>
        </pc:spChg>
        <pc:spChg chg="mod">
          <ac:chgData name="Chaudhari, Bhupesh Ramkrishna" userId="5b80a4c0-6ddd-48ab-b40d-284936d3f384" providerId="ADAL" clId="{C1F92F1F-8B85-4963-9A3B-CD36BB42F079}" dt="2022-11-23T06:24:07.890" v="120" actId="1076"/>
          <ac:spMkLst>
            <pc:docMk/>
            <pc:sldMk cId="3266922462" sldId="2147375480"/>
            <ac:spMk id="12" creationId="{991A0BDE-A9EB-4A7F-9FA8-4B4124498138}"/>
          </ac:spMkLst>
        </pc:spChg>
        <pc:spChg chg="mod">
          <ac:chgData name="Chaudhari, Bhupesh Ramkrishna" userId="5b80a4c0-6ddd-48ab-b40d-284936d3f384" providerId="ADAL" clId="{C1F92F1F-8B85-4963-9A3B-CD36BB42F079}" dt="2022-11-23T07:11:36.215" v="577" actId="20577"/>
          <ac:spMkLst>
            <pc:docMk/>
            <pc:sldMk cId="3266922462" sldId="2147375480"/>
            <ac:spMk id="14" creationId="{1320A28D-1DA3-4E7B-AC0B-0CB87C53E73D}"/>
          </ac:spMkLst>
        </pc:spChg>
        <pc:spChg chg="mod">
          <ac:chgData name="Chaudhari, Bhupesh Ramkrishna" userId="5b80a4c0-6ddd-48ab-b40d-284936d3f384" providerId="ADAL" clId="{C1F92F1F-8B85-4963-9A3B-CD36BB42F079}" dt="2022-11-23T07:26:50.453" v="846" actId="20577"/>
          <ac:spMkLst>
            <pc:docMk/>
            <pc:sldMk cId="3266922462" sldId="2147375480"/>
            <ac:spMk id="15" creationId="{2ECE8040-9ABF-43B1-8FD3-0CD9CE06F2CA}"/>
          </ac:spMkLst>
        </pc:spChg>
        <pc:spChg chg="mod">
          <ac:chgData name="Chaudhari, Bhupesh Ramkrishna" userId="5b80a4c0-6ddd-48ab-b40d-284936d3f384" providerId="ADAL" clId="{C1F92F1F-8B85-4963-9A3B-CD36BB42F079}" dt="2022-11-23T07:23:44.629" v="843" actId="1076"/>
          <ac:spMkLst>
            <pc:docMk/>
            <pc:sldMk cId="3266922462" sldId="2147375480"/>
            <ac:spMk id="16" creationId="{3C79BD48-9B84-4CC6-8324-460E3A52966F}"/>
          </ac:spMkLst>
        </pc:spChg>
        <pc:spChg chg="mod">
          <ac:chgData name="Chaudhari, Bhupesh Ramkrishna" userId="5b80a4c0-6ddd-48ab-b40d-284936d3f384" providerId="ADAL" clId="{C1F92F1F-8B85-4963-9A3B-CD36BB42F079}" dt="2022-11-23T07:23:37.701" v="842" actId="20577"/>
          <ac:spMkLst>
            <pc:docMk/>
            <pc:sldMk cId="3266922462" sldId="2147375480"/>
            <ac:spMk id="17" creationId="{6C7F4A03-07C5-4767-8B2E-8961511B57B7}"/>
          </ac:spMkLst>
        </pc:spChg>
        <pc:picChg chg="add mod ord">
          <ac:chgData name="Chaudhari, Bhupesh Ramkrishna" userId="5b80a4c0-6ddd-48ab-b40d-284936d3f384" providerId="ADAL" clId="{C1F92F1F-8B85-4963-9A3B-CD36BB42F079}" dt="2022-11-23T07:04:16.798" v="184" actId="1076"/>
          <ac:picMkLst>
            <pc:docMk/>
            <pc:sldMk cId="3266922462" sldId="2147375480"/>
            <ac:picMk id="18" creationId="{F06B8F66-C57F-453F-9E59-E26EA857CED0}"/>
          </ac:picMkLst>
        </pc:picChg>
        <pc:picChg chg="del mod">
          <ac:chgData name="Chaudhari, Bhupesh Ramkrishna" userId="5b80a4c0-6ddd-48ab-b40d-284936d3f384" providerId="ADAL" clId="{C1F92F1F-8B85-4963-9A3B-CD36BB42F079}" dt="2022-11-23T07:03:32.823" v="175" actId="478"/>
          <ac:picMkLst>
            <pc:docMk/>
            <pc:sldMk cId="3266922462" sldId="2147375480"/>
            <ac:picMk id="21" creationId="{A971C070-A4D5-431A-857C-8528C308F7E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dirty="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23/11/2022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23/11/2022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2.png"/><Relationship Id="rId2" Type="http://schemas.openxmlformats.org/officeDocument/2006/relationships/tags" Target="../tags/tag7.xml"/><Relationship Id="rId16" Type="http://schemas.openxmlformats.org/officeDocument/2006/relationships/image" Target="../media/image11.png"/><Relationship Id="rId1" Type="http://schemas.openxmlformats.org/officeDocument/2006/relationships/tags" Target="../tags/tag6.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766735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2587823"/>
            <a:ext cx="48529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1600200"/>
            <a:ext cx="11386134" cy="664797"/>
          </a:xfrm>
        </p:spPr>
        <p:txBody>
          <a:bodyPr wrap="square" lIns="36000" rIns="36000" bIns="0" anchor="b" anchorCtr="0">
            <a:spAutoFit/>
          </a:bodyPr>
          <a:lstStyle>
            <a:lvl1pPr algn="l">
              <a:lnSpc>
                <a:spcPct val="90000"/>
              </a:lnSpc>
              <a:defRPr sz="48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dirty="0"/>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FE52CB-A5C1-42B8-B226-A7E99CA7F92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944"/>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33406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150"/>
                                        <p:tgtEl>
                                          <p:spTgt spid="7"/>
                                        </p:tgtEl>
                                      </p:cBhvr>
                                    </p:animEffect>
                                  </p:childTnLst>
                                </p:cTn>
                              </p:par>
                              <p:par>
                                <p:cTn id="8" presetID="6" presetClass="emph" presetSubtype="0" fill="hold" nodeType="withEffect">
                                  <p:stCondLst>
                                    <p:cond delay="0"/>
                                  </p:stCondLst>
                                  <p:childTnLst>
                                    <p:animScale>
                                      <p:cBhvr>
                                        <p:cTn id="9" dur="150" fill="hold"/>
                                        <p:tgtEl>
                                          <p:spTgt spid="7"/>
                                        </p:tgtEl>
                                      </p:cBhvr>
                                      <p:by x="110000" y="110000"/>
                                    </p:animScale>
                                  </p:childTnLst>
                                </p:cTn>
                              </p:par>
                              <p:par>
                                <p:cTn id="10" presetID="6" presetClass="emph" presetSubtype="0" decel="100000" fill="hold" nodeType="withEffect">
                                  <p:stCondLst>
                                    <p:cond delay="200"/>
                                  </p:stCondLst>
                                  <p:childTnLst>
                                    <p:animScale>
                                      <p:cBhvr>
                                        <p:cTn id="11" dur="3450" fill="hold"/>
                                        <p:tgtEl>
                                          <p:spTgt spid="7"/>
                                        </p:tgtEl>
                                      </p:cBhvr>
                                      <p:by x="90990" y="90990"/>
                                    </p:animScale>
                                  </p:childTnLst>
                                </p:cTn>
                              </p:par>
                              <p:par>
                                <p:cTn id="12" presetID="10" presetClass="entr" presetSubtype="0" fill="hold" grpId="0" nodeType="withEffect">
                                  <p:stCondLst>
                                    <p:cond delay="13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grpId="0" nodeType="withEffect">
                                  <p:stCondLst>
                                    <p:cond delay="1750"/>
                                  </p:stCondLst>
                                  <p:iterate type="wd">
                                    <p:tmPct val="16667"/>
                                  </p:iterate>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9" dur="500" fill="hold"/>
                                        <p:tgtEl>
                                          <p:spTgt spid="14"/>
                                        </p:tgtEl>
                                        <p:attrNameLst>
                                          <p:attrName>ppt_x</p:attrName>
                                          <p:attrName>ppt_y</p:attrName>
                                        </p:attrNameLst>
                                      </p:cBhvr>
                                      <p:rCtr x="0" y="-1319"/>
                                    </p:animMotion>
                                  </p:childTnLst>
                                </p:cTn>
                              </p:par>
                              <p:par>
                                <p:cTn id="20" presetID="10" presetClass="entr" presetSubtype="0" fill="hold" grpId="1"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63" presetClass="path" presetSubtype="0" decel="100000" fill="hold" grpId="0" nodeType="withEffect">
                                  <p:stCondLst>
                                    <p:cond delay="1250"/>
                                  </p:stCondLst>
                                  <p:childTnLst>
                                    <p:animMotion origin="layout" path="M -0.05937 0 L -8.33333E-7 0 " pathEditMode="relative" rAng="0" ptsTypes="AA">
                                      <p:cBhvr>
                                        <p:cTn id="24" dur="1100" fill="hold"/>
                                        <p:tgtEl>
                                          <p:spTgt spid="20"/>
                                        </p:tgtEl>
                                        <p:attrNameLst>
                                          <p:attrName>ppt_x</p:attrName>
                                          <p:attrName>ppt_y</p:attrName>
                                        </p:attrNameLst>
                                      </p:cBhvr>
                                      <p:rCtr x="2969" y="0"/>
                                    </p:animMotion>
                                  </p:childTnLst>
                                </p:cTn>
                              </p:par>
                              <p:par>
                                <p:cTn id="25" presetID="22" presetClass="entr" presetSubtype="4"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2200"/>
                                        <p:tgtEl>
                                          <p:spTgt spid="9"/>
                                        </p:tgtEl>
                                      </p:cBhvr>
                                    </p:animEffect>
                                  </p:childTnLst>
                                </p:cTn>
                              </p:par>
                              <p:par>
                                <p:cTn id="28" presetID="22" presetClass="entr" presetSubtype="2" fill="hold" nodeType="withEffect">
                                  <p:stCondLst>
                                    <p:cond delay="210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1250"/>
                                        <p:tgtEl>
                                          <p:spTgt spid="8"/>
                                        </p:tgtEl>
                                      </p:cBhvr>
                                    </p:animEffect>
                                  </p:childTnLst>
                                </p:cTn>
                              </p:par>
                              <p:par>
                                <p:cTn id="31" presetID="22" presetClass="entr" presetSubtype="4" fill="hold" nodeType="withEffect">
                                  <p:stCondLst>
                                    <p:cond delay="330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550818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Dark">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3576656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4219242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2243589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541078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334810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nchorCtr="0"/>
          <a:lstStyle/>
          <a:p>
            <a:r>
              <a:rPr lang="en-US"/>
              <a:t>Click to edit Master title style</a:t>
            </a:r>
            <a:endParaRPr lang="de-DE" dirty="0"/>
          </a:p>
        </p:txBody>
      </p:sp>
    </p:spTree>
    <p:extLst>
      <p:ext uri="{BB962C8B-B14F-4D97-AF65-F5344CB8AC3E}">
        <p14:creationId xmlns:p14="http://schemas.microsoft.com/office/powerpoint/2010/main" val="3057535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ustom Layout 10_Profi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1EA520-711A-4665-95F6-889AE5BDA347}"/>
              </a:ext>
            </a:extLst>
          </p:cNvPr>
          <p:cNvSpPr/>
          <p:nvPr userDrawn="1"/>
        </p:nvSpPr>
        <p:spPr>
          <a:xfrm>
            <a:off x="0" y="0"/>
            <a:ext cx="12192000" cy="1227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 name="Title 1">
            <a:extLst>
              <a:ext uri="{FF2B5EF4-FFF2-40B4-BE49-F238E27FC236}">
                <a16:creationId xmlns:a16="http://schemas.microsoft.com/office/drawing/2014/main" id="{7C20DE11-C240-49D3-930E-0692300523B1}"/>
              </a:ext>
            </a:extLst>
          </p:cNvPr>
          <p:cNvSpPr>
            <a:spLocks noGrp="1"/>
          </p:cNvSpPr>
          <p:nvPr>
            <p:ph type="title" hasCustomPrompt="1"/>
            <p:custDataLst>
              <p:tags r:id="rId1"/>
            </p:custDataLst>
          </p:nvPr>
        </p:nvSpPr>
        <p:spPr>
          <a:xfrm>
            <a:off x="2240496" y="388189"/>
            <a:ext cx="8261327" cy="452540"/>
          </a:xfrm>
        </p:spPr>
        <p:txBody>
          <a:bodyPr/>
          <a:lstStyle>
            <a:lvl1pPr>
              <a:defRPr sz="2600">
                <a:solidFill>
                  <a:schemeClr val="accent2"/>
                </a:solidFill>
              </a:defRPr>
            </a:lvl1pPr>
          </a:lstStyle>
          <a:p>
            <a:r>
              <a:rPr lang="en-US" noProof="0" dirty="0"/>
              <a:t>Click to edit Master title style</a:t>
            </a:r>
            <a:endParaRPr lang="en-US" dirty="0"/>
          </a:p>
        </p:txBody>
      </p:sp>
      <p:sp>
        <p:nvSpPr>
          <p:cNvPr id="10" name="Espace réservé du texte 4">
            <a:extLst>
              <a:ext uri="{FF2B5EF4-FFF2-40B4-BE49-F238E27FC236}">
                <a16:creationId xmlns:a16="http://schemas.microsoft.com/office/drawing/2014/main" id="{345A5BC6-1F54-47BD-829F-0A8FE31F3967}"/>
              </a:ext>
            </a:extLst>
          </p:cNvPr>
          <p:cNvSpPr>
            <a:spLocks noGrp="1"/>
          </p:cNvSpPr>
          <p:nvPr>
            <p:ph type="body" sz="quarter" idx="11" hasCustomPrompt="1"/>
          </p:nvPr>
        </p:nvSpPr>
        <p:spPr>
          <a:xfrm>
            <a:off x="2240497" y="856113"/>
            <a:ext cx="6962874" cy="347076"/>
          </a:xfrm>
          <a:prstGeom prst="rect">
            <a:avLst/>
          </a:prstGeom>
        </p:spPr>
        <p:txBody>
          <a:bodyPr>
            <a:normAutofit/>
          </a:bodyPr>
          <a:lstStyle>
            <a:lvl1pPr marL="0" indent="0">
              <a:buNone/>
              <a:defRPr sz="1800">
                <a:solidFill>
                  <a:schemeClr val="bg1"/>
                </a:solidFill>
              </a:defRPr>
            </a:lvl1pPr>
          </a:lstStyle>
          <a:p>
            <a:pPr lvl="0"/>
            <a:r>
              <a:rPr lang="en-US" dirty="0"/>
              <a:t>Click to edit Master subtitle styles</a:t>
            </a:r>
          </a:p>
        </p:txBody>
      </p:sp>
      <p:sp>
        <p:nvSpPr>
          <p:cNvPr id="3" name="Picture Placeholder 2">
            <a:extLst>
              <a:ext uri="{FF2B5EF4-FFF2-40B4-BE49-F238E27FC236}">
                <a16:creationId xmlns:a16="http://schemas.microsoft.com/office/drawing/2014/main" id="{88756162-FD6B-47FC-98BD-7E7284F5D0C4}"/>
              </a:ext>
            </a:extLst>
          </p:cNvPr>
          <p:cNvSpPr>
            <a:spLocks noGrp="1"/>
          </p:cNvSpPr>
          <p:nvPr>
            <p:ph type="pic" sz="quarter" idx="16"/>
          </p:nvPr>
        </p:nvSpPr>
        <p:spPr>
          <a:xfrm>
            <a:off x="412035" y="378767"/>
            <a:ext cx="1751012" cy="1755648"/>
          </a:xfrm>
          <a:solidFill>
            <a:schemeClr val="bg2"/>
          </a:solidFill>
          <a:ln>
            <a:noFill/>
          </a:ln>
        </p:spPr>
        <p:txBody>
          <a:bodyPr anchor="ctr"/>
          <a:lstStyle>
            <a:lvl1pPr algn="ctr">
              <a:defRPr/>
            </a:lvl1pPr>
          </a:lstStyle>
          <a:p>
            <a:endParaRPr lang="en-US" dirty="0"/>
          </a:p>
        </p:txBody>
      </p:sp>
      <p:grpSp>
        <p:nvGrpSpPr>
          <p:cNvPr id="12" name="Graphic 9">
            <a:extLst>
              <a:ext uri="{FF2B5EF4-FFF2-40B4-BE49-F238E27FC236}">
                <a16:creationId xmlns:a16="http://schemas.microsoft.com/office/drawing/2014/main" id="{B4058BAA-7029-4793-BC0A-C88E9DAF0511}"/>
              </a:ext>
            </a:extLst>
          </p:cNvPr>
          <p:cNvGrpSpPr/>
          <p:nvPr userDrawn="1"/>
        </p:nvGrpSpPr>
        <p:grpSpPr>
          <a:xfrm>
            <a:off x="10518890" y="304341"/>
            <a:ext cx="1454502" cy="324134"/>
            <a:chOff x="420863" y="5948708"/>
            <a:chExt cx="2992497" cy="666874"/>
          </a:xfrm>
        </p:grpSpPr>
        <p:sp>
          <p:nvSpPr>
            <p:cNvPr id="13" name="Freeform: Shape 12">
              <a:extLst>
                <a:ext uri="{FF2B5EF4-FFF2-40B4-BE49-F238E27FC236}">
                  <a16:creationId xmlns:a16="http://schemas.microsoft.com/office/drawing/2014/main" id="{F390C53D-7F70-4EAF-B33B-3685E8396727}"/>
                </a:ext>
              </a:extLst>
            </p:cNvPr>
            <p:cNvSpPr/>
            <p:nvPr/>
          </p:nvSpPr>
          <p:spPr>
            <a:xfrm>
              <a:off x="3067778" y="6148966"/>
              <a:ext cx="345582" cy="281692"/>
            </a:xfrm>
            <a:custGeom>
              <a:avLst/>
              <a:gdLst>
                <a:gd name="connsiteX0" fmla="*/ 228628 w 345582"/>
                <a:gd name="connsiteY0" fmla="*/ 195891 h 281692"/>
                <a:gd name="connsiteX1" fmla="*/ 345583 w 345582"/>
                <a:gd name="connsiteY1" fmla="*/ 78937 h 281692"/>
                <a:gd name="connsiteX2" fmla="*/ 259517 w 345582"/>
                <a:gd name="connsiteY2" fmla="*/ 0 h 281692"/>
                <a:gd name="connsiteX3" fmla="*/ 90818 w 345582"/>
                <a:gd name="connsiteY3" fmla="*/ 180579 h 281692"/>
                <a:gd name="connsiteX4" fmla="*/ 0 w 345582"/>
                <a:gd name="connsiteY4" fmla="*/ 262948 h 281692"/>
                <a:gd name="connsiteX5" fmla="*/ 68641 w 345582"/>
                <a:gd name="connsiteY5" fmla="*/ 281692 h 281692"/>
                <a:gd name="connsiteX6" fmla="*/ 229684 w 345582"/>
                <a:gd name="connsiteY6" fmla="*/ 229155 h 281692"/>
                <a:gd name="connsiteX7" fmla="*/ 148107 w 345582"/>
                <a:gd name="connsiteY7" fmla="*/ 156290 h 281692"/>
                <a:gd name="connsiteX8" fmla="*/ 228628 w 345582"/>
                <a:gd name="connsiteY8" fmla="*/ 195891 h 28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582" h="281692">
                  <a:moveTo>
                    <a:pt x="228628" y="195891"/>
                  </a:moveTo>
                  <a:cubicBezTo>
                    <a:pt x="294102" y="195891"/>
                    <a:pt x="344791" y="142562"/>
                    <a:pt x="345583" y="78937"/>
                  </a:cubicBezTo>
                  <a:cubicBezTo>
                    <a:pt x="341095" y="51217"/>
                    <a:pt x="331326" y="0"/>
                    <a:pt x="259517" y="0"/>
                  </a:cubicBezTo>
                  <a:cubicBezTo>
                    <a:pt x="181107" y="0"/>
                    <a:pt x="154971" y="109826"/>
                    <a:pt x="90818" y="180579"/>
                  </a:cubicBezTo>
                  <a:cubicBezTo>
                    <a:pt x="85538" y="220971"/>
                    <a:pt x="47521" y="256876"/>
                    <a:pt x="0" y="262948"/>
                  </a:cubicBezTo>
                  <a:cubicBezTo>
                    <a:pt x="11616" y="275092"/>
                    <a:pt x="37489" y="281692"/>
                    <a:pt x="68641" y="281692"/>
                  </a:cubicBezTo>
                  <a:cubicBezTo>
                    <a:pt x="125138" y="281692"/>
                    <a:pt x="193780" y="264532"/>
                    <a:pt x="229684" y="229155"/>
                  </a:cubicBezTo>
                  <a:cubicBezTo>
                    <a:pt x="181900" y="229683"/>
                    <a:pt x="151011" y="199059"/>
                    <a:pt x="148107" y="156290"/>
                  </a:cubicBezTo>
                  <a:cubicBezTo>
                    <a:pt x="171339" y="184803"/>
                    <a:pt x="197740" y="195891"/>
                    <a:pt x="228628" y="195891"/>
                  </a:cubicBezTo>
                  <a:close/>
                </a:path>
              </a:pathLst>
            </a:custGeom>
            <a:solidFill>
              <a:srgbClr val="00B0E3"/>
            </a:solidFill>
            <a:ln w="2637" cap="flat">
              <a:noFill/>
              <a:prstDash val="solid"/>
              <a:miter/>
            </a:ln>
          </p:spPr>
          <p:txBody>
            <a:bodyPr rtlCol="0" anchor="ctr"/>
            <a:lstStyle/>
            <a:p>
              <a:endParaRPr lang="en-US" dirty="0"/>
            </a:p>
          </p:txBody>
        </p:sp>
        <p:grpSp>
          <p:nvGrpSpPr>
            <p:cNvPr id="14" name="Graphic 9">
              <a:extLst>
                <a:ext uri="{FF2B5EF4-FFF2-40B4-BE49-F238E27FC236}">
                  <a16:creationId xmlns:a16="http://schemas.microsoft.com/office/drawing/2014/main" id="{D31AA278-9A0F-48CB-BBF8-B8E7B58F9475}"/>
                </a:ext>
              </a:extLst>
            </p:cNvPr>
            <p:cNvGrpSpPr/>
            <p:nvPr/>
          </p:nvGrpSpPr>
          <p:grpSpPr>
            <a:xfrm>
              <a:off x="420863" y="5948708"/>
              <a:ext cx="2992497" cy="666874"/>
              <a:chOff x="420863" y="5948708"/>
              <a:chExt cx="2992497" cy="666874"/>
            </a:xfrm>
            <a:solidFill>
              <a:srgbClr val="0075B3"/>
            </a:solidFill>
          </p:grpSpPr>
          <p:sp>
            <p:nvSpPr>
              <p:cNvPr id="15" name="Freeform: Shape 14">
                <a:extLst>
                  <a:ext uri="{FF2B5EF4-FFF2-40B4-BE49-F238E27FC236}">
                    <a16:creationId xmlns:a16="http://schemas.microsoft.com/office/drawing/2014/main" id="{69B113F0-D21D-4712-8168-8255224C3186}"/>
                  </a:ext>
                </a:extLst>
              </p:cNvPr>
              <p:cNvSpPr/>
              <p:nvPr/>
            </p:nvSpPr>
            <p:spPr>
              <a:xfrm>
                <a:off x="420863" y="5957155"/>
                <a:ext cx="2432279" cy="658426"/>
              </a:xfrm>
              <a:custGeom>
                <a:avLst/>
                <a:gdLst>
                  <a:gd name="connsiteX0" fmla="*/ 2371558 w 2432279"/>
                  <a:gd name="connsiteY0" fmla="*/ 216220 h 658426"/>
                  <a:gd name="connsiteX1" fmla="*/ 2346742 w 2432279"/>
                  <a:gd name="connsiteY1" fmla="*/ 158139 h 658426"/>
                  <a:gd name="connsiteX2" fmla="*/ 2322189 w 2432279"/>
                  <a:gd name="connsiteY2" fmla="*/ 163155 h 658426"/>
                  <a:gd name="connsiteX3" fmla="*/ 2271236 w 2432279"/>
                  <a:gd name="connsiteY3" fmla="*/ 384918 h 658426"/>
                  <a:gd name="connsiteX4" fmla="*/ 2159562 w 2432279"/>
                  <a:gd name="connsiteY4" fmla="*/ 132266 h 658426"/>
                  <a:gd name="connsiteX5" fmla="*/ 2055016 w 2432279"/>
                  <a:gd name="connsiteY5" fmla="*/ 333966 h 658426"/>
                  <a:gd name="connsiteX6" fmla="*/ 2047888 w 2432279"/>
                  <a:gd name="connsiteY6" fmla="*/ 240772 h 658426"/>
                  <a:gd name="connsiteX7" fmla="*/ 2053168 w 2432279"/>
                  <a:gd name="connsiteY7" fmla="*/ 190875 h 658426"/>
                  <a:gd name="connsiteX8" fmla="*/ 2003007 w 2432279"/>
                  <a:gd name="connsiteY8" fmla="*/ 155763 h 658426"/>
                  <a:gd name="connsiteX9" fmla="*/ 1943078 w 2432279"/>
                  <a:gd name="connsiteY9" fmla="*/ 387030 h 658426"/>
                  <a:gd name="connsiteX10" fmla="*/ 1894765 w 2432279"/>
                  <a:gd name="connsiteY10" fmla="*/ 220180 h 658426"/>
                  <a:gd name="connsiteX11" fmla="*/ 1845132 w 2432279"/>
                  <a:gd name="connsiteY11" fmla="*/ 154707 h 658426"/>
                  <a:gd name="connsiteX12" fmla="*/ 1783619 w 2432279"/>
                  <a:gd name="connsiteY12" fmla="*/ 375414 h 658426"/>
                  <a:gd name="connsiteX13" fmla="*/ 1691745 w 2432279"/>
                  <a:gd name="connsiteY13" fmla="*/ 158139 h 658426"/>
                  <a:gd name="connsiteX14" fmla="*/ 1600399 w 2432279"/>
                  <a:gd name="connsiteY14" fmla="*/ 364062 h 658426"/>
                  <a:gd name="connsiteX15" fmla="*/ 1520406 w 2432279"/>
                  <a:gd name="connsiteY15" fmla="*/ 132266 h 658426"/>
                  <a:gd name="connsiteX16" fmla="*/ 1438828 w 2432279"/>
                  <a:gd name="connsiteY16" fmla="*/ 296213 h 658426"/>
                  <a:gd name="connsiteX17" fmla="*/ 1431172 w 2432279"/>
                  <a:gd name="connsiteY17" fmla="*/ 294629 h 658426"/>
                  <a:gd name="connsiteX18" fmla="*/ 1430644 w 2432279"/>
                  <a:gd name="connsiteY18" fmla="*/ 246052 h 658426"/>
                  <a:gd name="connsiteX19" fmla="*/ 1385499 w 2432279"/>
                  <a:gd name="connsiteY19" fmla="*/ 149955 h 658426"/>
                  <a:gd name="connsiteX20" fmla="*/ 1268281 w 2432279"/>
                  <a:gd name="connsiteY20" fmla="*/ 389142 h 658426"/>
                  <a:gd name="connsiteX21" fmla="*/ 1219704 w 2432279"/>
                  <a:gd name="connsiteY21" fmla="*/ 366702 h 658426"/>
                  <a:gd name="connsiteX22" fmla="*/ 1317650 w 2432279"/>
                  <a:gd name="connsiteY22" fmla="*/ 230740 h 658426"/>
                  <a:gd name="connsiteX23" fmla="*/ 1240296 w 2432279"/>
                  <a:gd name="connsiteY23" fmla="*/ 151011 h 658426"/>
                  <a:gd name="connsiteX24" fmla="*/ 1135486 w 2432279"/>
                  <a:gd name="connsiteY24" fmla="*/ 279317 h 658426"/>
                  <a:gd name="connsiteX25" fmla="*/ 1151062 w 2432279"/>
                  <a:gd name="connsiteY25" fmla="*/ 360102 h 658426"/>
                  <a:gd name="connsiteX26" fmla="*/ 1085853 w 2432279"/>
                  <a:gd name="connsiteY26" fmla="*/ 389934 h 658426"/>
                  <a:gd name="connsiteX27" fmla="*/ 1072125 w 2432279"/>
                  <a:gd name="connsiteY27" fmla="*/ 206980 h 658426"/>
                  <a:gd name="connsiteX28" fmla="*/ 1023020 w 2432279"/>
                  <a:gd name="connsiteY28" fmla="*/ 246316 h 658426"/>
                  <a:gd name="connsiteX29" fmla="*/ 965995 w 2432279"/>
                  <a:gd name="connsiteY29" fmla="*/ 364326 h 658426"/>
                  <a:gd name="connsiteX30" fmla="*/ 935898 w 2432279"/>
                  <a:gd name="connsiteY30" fmla="*/ 319181 h 658426"/>
                  <a:gd name="connsiteX31" fmla="*/ 1073445 w 2432279"/>
                  <a:gd name="connsiteY31" fmla="*/ 186915 h 658426"/>
                  <a:gd name="connsiteX32" fmla="*/ 1027772 w 2432279"/>
                  <a:gd name="connsiteY32" fmla="*/ 142827 h 658426"/>
                  <a:gd name="connsiteX33" fmla="*/ 903426 w 2432279"/>
                  <a:gd name="connsiteY33" fmla="*/ 218068 h 658426"/>
                  <a:gd name="connsiteX34" fmla="*/ 830296 w 2432279"/>
                  <a:gd name="connsiteY34" fmla="*/ 290405 h 658426"/>
                  <a:gd name="connsiteX35" fmla="*/ 831352 w 2432279"/>
                  <a:gd name="connsiteY35" fmla="*/ 269549 h 658426"/>
                  <a:gd name="connsiteX36" fmla="*/ 744230 w 2432279"/>
                  <a:gd name="connsiteY36" fmla="*/ 151275 h 658426"/>
                  <a:gd name="connsiteX37" fmla="*/ 674005 w 2432279"/>
                  <a:gd name="connsiteY37" fmla="*/ 204868 h 658426"/>
                  <a:gd name="connsiteX38" fmla="*/ 645493 w 2432279"/>
                  <a:gd name="connsiteY38" fmla="*/ 158403 h 658426"/>
                  <a:gd name="connsiteX39" fmla="*/ 614076 w 2432279"/>
                  <a:gd name="connsiteY39" fmla="*/ 166587 h 658426"/>
                  <a:gd name="connsiteX40" fmla="*/ 621732 w 2432279"/>
                  <a:gd name="connsiteY40" fmla="*/ 251332 h 658426"/>
                  <a:gd name="connsiteX41" fmla="*/ 566027 w 2432279"/>
                  <a:gd name="connsiteY41" fmla="*/ 394422 h 658426"/>
                  <a:gd name="connsiteX42" fmla="*/ 527218 w 2432279"/>
                  <a:gd name="connsiteY42" fmla="*/ 231532 h 658426"/>
                  <a:gd name="connsiteX43" fmla="*/ 511906 w 2432279"/>
                  <a:gd name="connsiteY43" fmla="*/ 228628 h 658426"/>
                  <a:gd name="connsiteX44" fmla="*/ 473097 w 2432279"/>
                  <a:gd name="connsiteY44" fmla="*/ 301229 h 658426"/>
                  <a:gd name="connsiteX45" fmla="*/ 410264 w 2432279"/>
                  <a:gd name="connsiteY45" fmla="*/ 388350 h 658426"/>
                  <a:gd name="connsiteX46" fmla="*/ 376471 w 2432279"/>
                  <a:gd name="connsiteY46" fmla="*/ 334758 h 658426"/>
                  <a:gd name="connsiteX47" fmla="*/ 522466 w 2432279"/>
                  <a:gd name="connsiteY47" fmla="*/ 207772 h 658426"/>
                  <a:gd name="connsiteX48" fmla="*/ 477849 w 2432279"/>
                  <a:gd name="connsiteY48" fmla="*/ 158667 h 658426"/>
                  <a:gd name="connsiteX49" fmla="*/ 332382 w 2432279"/>
                  <a:gd name="connsiteY49" fmla="*/ 267437 h 658426"/>
                  <a:gd name="connsiteX50" fmla="*/ 178731 w 2432279"/>
                  <a:gd name="connsiteY50" fmla="*/ 400759 h 658426"/>
                  <a:gd name="connsiteX51" fmla="*/ 70753 w 2432279"/>
                  <a:gd name="connsiteY51" fmla="*/ 235228 h 658426"/>
                  <a:gd name="connsiteX52" fmla="*/ 196684 w 2432279"/>
                  <a:gd name="connsiteY52" fmla="*/ 46993 h 658426"/>
                  <a:gd name="connsiteX53" fmla="*/ 248693 w 2432279"/>
                  <a:gd name="connsiteY53" fmla="*/ 133587 h 658426"/>
                  <a:gd name="connsiteX54" fmla="*/ 310734 w 2432279"/>
                  <a:gd name="connsiteY54" fmla="*/ 87650 h 658426"/>
                  <a:gd name="connsiteX55" fmla="*/ 199060 w 2432279"/>
                  <a:gd name="connsiteY55" fmla="*/ 0 h 658426"/>
                  <a:gd name="connsiteX56" fmla="*/ 0 w 2432279"/>
                  <a:gd name="connsiteY56" fmla="*/ 243412 h 658426"/>
                  <a:gd name="connsiteX57" fmla="*/ 164211 w 2432279"/>
                  <a:gd name="connsiteY57" fmla="*/ 456463 h 658426"/>
                  <a:gd name="connsiteX58" fmla="*/ 321822 w 2432279"/>
                  <a:gd name="connsiteY58" fmla="*/ 357990 h 658426"/>
                  <a:gd name="connsiteX59" fmla="*/ 398384 w 2432279"/>
                  <a:gd name="connsiteY59" fmla="*/ 437455 h 658426"/>
                  <a:gd name="connsiteX60" fmla="*/ 491314 w 2432279"/>
                  <a:gd name="connsiteY60" fmla="*/ 366966 h 658426"/>
                  <a:gd name="connsiteX61" fmla="*/ 559427 w 2432279"/>
                  <a:gd name="connsiteY61" fmla="*/ 437719 h 658426"/>
                  <a:gd name="connsiteX62" fmla="*/ 619620 w 2432279"/>
                  <a:gd name="connsiteY62" fmla="*/ 404191 h 658426"/>
                  <a:gd name="connsiteX63" fmla="*/ 689581 w 2432279"/>
                  <a:gd name="connsiteY63" fmla="*/ 617506 h 658426"/>
                  <a:gd name="connsiteX64" fmla="*/ 672685 w 2432279"/>
                  <a:gd name="connsiteY64" fmla="*/ 438775 h 658426"/>
                  <a:gd name="connsiteX65" fmla="*/ 739478 w 2432279"/>
                  <a:gd name="connsiteY65" fmla="*/ 200115 h 658426"/>
                  <a:gd name="connsiteX66" fmla="*/ 775119 w 2432279"/>
                  <a:gd name="connsiteY66" fmla="*/ 270869 h 658426"/>
                  <a:gd name="connsiteX67" fmla="*/ 768255 w 2432279"/>
                  <a:gd name="connsiteY67" fmla="*/ 333173 h 658426"/>
                  <a:gd name="connsiteX68" fmla="*/ 686149 w 2432279"/>
                  <a:gd name="connsiteY68" fmla="*/ 413431 h 658426"/>
                  <a:gd name="connsiteX69" fmla="*/ 717830 w 2432279"/>
                  <a:gd name="connsiteY69" fmla="*/ 438247 h 658426"/>
                  <a:gd name="connsiteX70" fmla="*/ 818416 w 2432279"/>
                  <a:gd name="connsiteY70" fmla="*/ 338982 h 658426"/>
                  <a:gd name="connsiteX71" fmla="*/ 878873 w 2432279"/>
                  <a:gd name="connsiteY71" fmla="*/ 293309 h 658426"/>
                  <a:gd name="connsiteX72" fmla="*/ 877817 w 2432279"/>
                  <a:gd name="connsiteY72" fmla="*/ 313373 h 658426"/>
                  <a:gd name="connsiteX73" fmla="*/ 950946 w 2432279"/>
                  <a:gd name="connsiteY73" fmla="*/ 416599 h 658426"/>
                  <a:gd name="connsiteX74" fmla="*/ 1031204 w 2432279"/>
                  <a:gd name="connsiteY74" fmla="*/ 354294 h 658426"/>
                  <a:gd name="connsiteX75" fmla="*/ 1033316 w 2432279"/>
                  <a:gd name="connsiteY75" fmla="*/ 413959 h 658426"/>
                  <a:gd name="connsiteX76" fmla="*/ 882833 w 2432279"/>
                  <a:gd name="connsiteY76" fmla="*/ 573945 h 658426"/>
                  <a:gd name="connsiteX77" fmla="*/ 963091 w 2432279"/>
                  <a:gd name="connsiteY77" fmla="*/ 658426 h 658426"/>
                  <a:gd name="connsiteX78" fmla="*/ 1086381 w 2432279"/>
                  <a:gd name="connsiteY78" fmla="*/ 431119 h 658426"/>
                  <a:gd name="connsiteX79" fmla="*/ 1170863 w 2432279"/>
                  <a:gd name="connsiteY79" fmla="*/ 392310 h 658426"/>
                  <a:gd name="connsiteX80" fmla="*/ 1256664 w 2432279"/>
                  <a:gd name="connsiteY80" fmla="*/ 437191 h 658426"/>
                  <a:gd name="connsiteX81" fmla="*/ 1388931 w 2432279"/>
                  <a:gd name="connsiteY81" fmla="*/ 346902 h 658426"/>
                  <a:gd name="connsiteX82" fmla="*/ 1431172 w 2432279"/>
                  <a:gd name="connsiteY82" fmla="*/ 437191 h 658426"/>
                  <a:gd name="connsiteX83" fmla="*/ 1517766 w 2432279"/>
                  <a:gd name="connsiteY83" fmla="*/ 204340 h 658426"/>
                  <a:gd name="connsiteX84" fmla="*/ 1589311 w 2432279"/>
                  <a:gd name="connsiteY84" fmla="*/ 456463 h 658426"/>
                  <a:gd name="connsiteX85" fmla="*/ 1685409 w 2432279"/>
                  <a:gd name="connsiteY85" fmla="*/ 234700 h 658426"/>
                  <a:gd name="connsiteX86" fmla="*/ 1769098 w 2432279"/>
                  <a:gd name="connsiteY86" fmla="*/ 437455 h 658426"/>
                  <a:gd name="connsiteX87" fmla="*/ 1849884 w 2432279"/>
                  <a:gd name="connsiteY87" fmla="*/ 323141 h 658426"/>
                  <a:gd name="connsiteX88" fmla="*/ 1934366 w 2432279"/>
                  <a:gd name="connsiteY88" fmla="*/ 437455 h 658426"/>
                  <a:gd name="connsiteX89" fmla="*/ 2009079 w 2432279"/>
                  <a:gd name="connsiteY89" fmla="*/ 367758 h 658426"/>
                  <a:gd name="connsiteX90" fmla="*/ 2048416 w 2432279"/>
                  <a:gd name="connsiteY90" fmla="*/ 437455 h 658426"/>
                  <a:gd name="connsiteX91" fmla="*/ 2151114 w 2432279"/>
                  <a:gd name="connsiteY91" fmla="*/ 205132 h 658426"/>
                  <a:gd name="connsiteX92" fmla="*/ 2261732 w 2432279"/>
                  <a:gd name="connsiteY92" fmla="*/ 437455 h 658426"/>
                  <a:gd name="connsiteX93" fmla="*/ 2333541 w 2432279"/>
                  <a:gd name="connsiteY93" fmla="*/ 359046 h 658426"/>
                  <a:gd name="connsiteX94" fmla="*/ 2395847 w 2432279"/>
                  <a:gd name="connsiteY94" fmla="*/ 437455 h 658426"/>
                  <a:gd name="connsiteX95" fmla="*/ 2432279 w 2432279"/>
                  <a:gd name="connsiteY95" fmla="*/ 417127 h 658426"/>
                  <a:gd name="connsiteX96" fmla="*/ 2371558 w 2432279"/>
                  <a:gd name="connsiteY96" fmla="*/ 216220 h 658426"/>
                  <a:gd name="connsiteX97" fmla="*/ 967051 w 2432279"/>
                  <a:gd name="connsiteY97" fmla="*/ 615394 h 658426"/>
                  <a:gd name="connsiteX98" fmla="*/ 935634 w 2432279"/>
                  <a:gd name="connsiteY98" fmla="*/ 573681 h 658426"/>
                  <a:gd name="connsiteX99" fmla="*/ 1033316 w 2432279"/>
                  <a:gd name="connsiteY99" fmla="*/ 455143 h 658426"/>
                  <a:gd name="connsiteX100" fmla="*/ 967051 w 2432279"/>
                  <a:gd name="connsiteY100" fmla="*/ 615394 h 658426"/>
                  <a:gd name="connsiteX101" fmla="*/ 1235016 w 2432279"/>
                  <a:gd name="connsiteY101" fmla="*/ 192987 h 658426"/>
                  <a:gd name="connsiteX102" fmla="*/ 1264585 w 2432279"/>
                  <a:gd name="connsiteY102" fmla="*/ 237868 h 658426"/>
                  <a:gd name="connsiteX103" fmla="*/ 1200167 w 2432279"/>
                  <a:gd name="connsiteY103" fmla="*/ 332645 h 658426"/>
                  <a:gd name="connsiteX104" fmla="*/ 1235016 w 2432279"/>
                  <a:gd name="connsiteY104" fmla="*/ 192987 h 6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432279" h="658426">
                    <a:moveTo>
                      <a:pt x="2371558" y="216220"/>
                    </a:moveTo>
                    <a:cubicBezTo>
                      <a:pt x="2371558" y="181371"/>
                      <a:pt x="2369446" y="158139"/>
                      <a:pt x="2346742" y="158139"/>
                    </a:cubicBezTo>
                    <a:cubicBezTo>
                      <a:pt x="2336445" y="158139"/>
                      <a:pt x="2331165" y="160251"/>
                      <a:pt x="2322189" y="163155"/>
                    </a:cubicBezTo>
                    <a:cubicBezTo>
                      <a:pt x="2330373" y="281165"/>
                      <a:pt x="2303709" y="384918"/>
                      <a:pt x="2271236" y="384918"/>
                    </a:cubicBezTo>
                    <a:cubicBezTo>
                      <a:pt x="2228731" y="384918"/>
                      <a:pt x="2249852" y="132266"/>
                      <a:pt x="2159562" y="132266"/>
                    </a:cubicBezTo>
                    <a:cubicBezTo>
                      <a:pt x="2076400" y="132266"/>
                      <a:pt x="2064256" y="333966"/>
                      <a:pt x="2055016" y="333966"/>
                    </a:cubicBezTo>
                    <a:cubicBezTo>
                      <a:pt x="2048416" y="333966"/>
                      <a:pt x="2047624" y="280901"/>
                      <a:pt x="2047888" y="240772"/>
                    </a:cubicBezTo>
                    <a:cubicBezTo>
                      <a:pt x="2051320" y="221500"/>
                      <a:pt x="2053168" y="204076"/>
                      <a:pt x="2053168" y="190875"/>
                    </a:cubicBezTo>
                    <a:cubicBezTo>
                      <a:pt x="2053168" y="172131"/>
                      <a:pt x="2045512" y="139659"/>
                      <a:pt x="2003007" y="155763"/>
                    </a:cubicBezTo>
                    <a:cubicBezTo>
                      <a:pt x="2004591" y="299909"/>
                      <a:pt x="1975550" y="387030"/>
                      <a:pt x="1943078" y="387030"/>
                    </a:cubicBezTo>
                    <a:cubicBezTo>
                      <a:pt x="1895293" y="387030"/>
                      <a:pt x="1894765" y="256348"/>
                      <a:pt x="1894765" y="220180"/>
                    </a:cubicBezTo>
                    <a:cubicBezTo>
                      <a:pt x="1894765" y="185067"/>
                      <a:pt x="1897405" y="138075"/>
                      <a:pt x="1845132" y="154707"/>
                    </a:cubicBezTo>
                    <a:cubicBezTo>
                      <a:pt x="1837212" y="280637"/>
                      <a:pt x="1804475" y="375414"/>
                      <a:pt x="1783619" y="375414"/>
                    </a:cubicBezTo>
                    <a:cubicBezTo>
                      <a:pt x="1752730" y="375414"/>
                      <a:pt x="1758802" y="158139"/>
                      <a:pt x="1691745" y="158139"/>
                    </a:cubicBezTo>
                    <a:cubicBezTo>
                      <a:pt x="1631552" y="158139"/>
                      <a:pt x="1612807" y="364062"/>
                      <a:pt x="1600399" y="364062"/>
                    </a:cubicBezTo>
                    <a:cubicBezTo>
                      <a:pt x="1577959" y="364062"/>
                      <a:pt x="1607527" y="132266"/>
                      <a:pt x="1520406" y="132266"/>
                    </a:cubicBezTo>
                    <a:cubicBezTo>
                      <a:pt x="1474733" y="132266"/>
                      <a:pt x="1456516" y="209620"/>
                      <a:pt x="1438828" y="296213"/>
                    </a:cubicBezTo>
                    <a:cubicBezTo>
                      <a:pt x="1435396" y="313109"/>
                      <a:pt x="1431700" y="313373"/>
                      <a:pt x="1431172" y="294629"/>
                    </a:cubicBezTo>
                    <a:cubicBezTo>
                      <a:pt x="1430644" y="279053"/>
                      <a:pt x="1430644" y="261892"/>
                      <a:pt x="1430644" y="246052"/>
                    </a:cubicBezTo>
                    <a:cubicBezTo>
                      <a:pt x="1452556" y="158931"/>
                      <a:pt x="1425892" y="126986"/>
                      <a:pt x="1385499" y="149955"/>
                    </a:cubicBezTo>
                    <a:cubicBezTo>
                      <a:pt x="1398435" y="310469"/>
                      <a:pt x="1324778" y="389142"/>
                      <a:pt x="1268281" y="389142"/>
                    </a:cubicBezTo>
                    <a:cubicBezTo>
                      <a:pt x="1247952" y="389142"/>
                      <a:pt x="1231848" y="380430"/>
                      <a:pt x="1219704" y="366702"/>
                    </a:cubicBezTo>
                    <a:cubicBezTo>
                      <a:pt x="1287553" y="325253"/>
                      <a:pt x="1317650" y="277469"/>
                      <a:pt x="1317650" y="230740"/>
                    </a:cubicBezTo>
                    <a:cubicBezTo>
                      <a:pt x="1317650" y="180051"/>
                      <a:pt x="1288609" y="151011"/>
                      <a:pt x="1240296" y="151011"/>
                    </a:cubicBezTo>
                    <a:cubicBezTo>
                      <a:pt x="1172975" y="151011"/>
                      <a:pt x="1135486" y="220444"/>
                      <a:pt x="1135486" y="279317"/>
                    </a:cubicBezTo>
                    <a:cubicBezTo>
                      <a:pt x="1135486" y="310997"/>
                      <a:pt x="1141294" y="337926"/>
                      <a:pt x="1151062" y="360102"/>
                    </a:cubicBezTo>
                    <a:cubicBezTo>
                      <a:pt x="1127830" y="371190"/>
                      <a:pt x="1106181" y="380694"/>
                      <a:pt x="1085853" y="389934"/>
                    </a:cubicBezTo>
                    <a:cubicBezTo>
                      <a:pt x="1084005" y="329213"/>
                      <a:pt x="1077141" y="265588"/>
                      <a:pt x="1072125" y="206980"/>
                    </a:cubicBezTo>
                    <a:cubicBezTo>
                      <a:pt x="1036220" y="197211"/>
                      <a:pt x="1025924" y="214372"/>
                      <a:pt x="1023020" y="246316"/>
                    </a:cubicBezTo>
                    <a:cubicBezTo>
                      <a:pt x="1016684" y="318917"/>
                      <a:pt x="989755" y="364326"/>
                      <a:pt x="965995" y="364326"/>
                    </a:cubicBezTo>
                    <a:cubicBezTo>
                      <a:pt x="948042" y="364326"/>
                      <a:pt x="937218" y="342414"/>
                      <a:pt x="935898" y="319181"/>
                    </a:cubicBezTo>
                    <a:cubicBezTo>
                      <a:pt x="929298" y="202492"/>
                      <a:pt x="1023812" y="170283"/>
                      <a:pt x="1073445" y="186915"/>
                    </a:cubicBezTo>
                    <a:cubicBezTo>
                      <a:pt x="1083741" y="161307"/>
                      <a:pt x="1072389" y="142827"/>
                      <a:pt x="1027772" y="142827"/>
                    </a:cubicBezTo>
                    <a:cubicBezTo>
                      <a:pt x="973651" y="142827"/>
                      <a:pt x="932994" y="175827"/>
                      <a:pt x="903426" y="218068"/>
                    </a:cubicBezTo>
                    <a:cubicBezTo>
                      <a:pt x="883625" y="246316"/>
                      <a:pt x="860657" y="266116"/>
                      <a:pt x="830296" y="290405"/>
                    </a:cubicBezTo>
                    <a:cubicBezTo>
                      <a:pt x="831088" y="283541"/>
                      <a:pt x="831352" y="276413"/>
                      <a:pt x="831352" y="269549"/>
                    </a:cubicBezTo>
                    <a:cubicBezTo>
                      <a:pt x="831352" y="187179"/>
                      <a:pt x="786735" y="151275"/>
                      <a:pt x="744230" y="151275"/>
                    </a:cubicBezTo>
                    <a:cubicBezTo>
                      <a:pt x="709118" y="151275"/>
                      <a:pt x="686941" y="172395"/>
                      <a:pt x="674005" y="204868"/>
                    </a:cubicBezTo>
                    <a:cubicBezTo>
                      <a:pt x="670837" y="172395"/>
                      <a:pt x="664501" y="158403"/>
                      <a:pt x="645493" y="158403"/>
                    </a:cubicBezTo>
                    <a:cubicBezTo>
                      <a:pt x="637308" y="158403"/>
                      <a:pt x="626220" y="160779"/>
                      <a:pt x="614076" y="166587"/>
                    </a:cubicBezTo>
                    <a:cubicBezTo>
                      <a:pt x="619620" y="184803"/>
                      <a:pt x="621732" y="224932"/>
                      <a:pt x="621732" y="251332"/>
                    </a:cubicBezTo>
                    <a:cubicBezTo>
                      <a:pt x="621732" y="350334"/>
                      <a:pt x="593484" y="394422"/>
                      <a:pt x="566027" y="394422"/>
                    </a:cubicBezTo>
                    <a:cubicBezTo>
                      <a:pt x="534874" y="394422"/>
                      <a:pt x="529858" y="277205"/>
                      <a:pt x="527218" y="231532"/>
                    </a:cubicBezTo>
                    <a:cubicBezTo>
                      <a:pt x="523258" y="230212"/>
                      <a:pt x="518770" y="228628"/>
                      <a:pt x="511906" y="228628"/>
                    </a:cubicBezTo>
                    <a:cubicBezTo>
                      <a:pt x="483657" y="228628"/>
                      <a:pt x="479961" y="266380"/>
                      <a:pt x="473097" y="301229"/>
                    </a:cubicBezTo>
                    <a:cubicBezTo>
                      <a:pt x="465441" y="339774"/>
                      <a:pt x="443265" y="388350"/>
                      <a:pt x="410264" y="388350"/>
                    </a:cubicBezTo>
                    <a:cubicBezTo>
                      <a:pt x="390464" y="388350"/>
                      <a:pt x="378055" y="369078"/>
                      <a:pt x="376471" y="334758"/>
                    </a:cubicBezTo>
                    <a:cubicBezTo>
                      <a:pt x="373303" y="264796"/>
                      <a:pt x="431384" y="181899"/>
                      <a:pt x="522466" y="207772"/>
                    </a:cubicBezTo>
                    <a:cubicBezTo>
                      <a:pt x="534346" y="180051"/>
                      <a:pt x="515602" y="158667"/>
                      <a:pt x="477849" y="158667"/>
                    </a:cubicBezTo>
                    <a:cubicBezTo>
                      <a:pt x="411320" y="158667"/>
                      <a:pt x="356407" y="208564"/>
                      <a:pt x="332382" y="267437"/>
                    </a:cubicBezTo>
                    <a:cubicBezTo>
                      <a:pt x="308094" y="321557"/>
                      <a:pt x="265325" y="400759"/>
                      <a:pt x="178731" y="400759"/>
                    </a:cubicBezTo>
                    <a:cubicBezTo>
                      <a:pt x="117482" y="400759"/>
                      <a:pt x="70753" y="347430"/>
                      <a:pt x="70753" y="235228"/>
                    </a:cubicBezTo>
                    <a:cubicBezTo>
                      <a:pt x="70753" y="138603"/>
                      <a:pt x="131739" y="46993"/>
                      <a:pt x="196684" y="46993"/>
                    </a:cubicBezTo>
                    <a:cubicBezTo>
                      <a:pt x="242093" y="46993"/>
                      <a:pt x="252653" y="91610"/>
                      <a:pt x="248693" y="133587"/>
                    </a:cubicBezTo>
                    <a:cubicBezTo>
                      <a:pt x="272189" y="152595"/>
                      <a:pt x="310734" y="134907"/>
                      <a:pt x="310734" y="87650"/>
                    </a:cubicBezTo>
                    <a:cubicBezTo>
                      <a:pt x="310734" y="55177"/>
                      <a:pt x="284334" y="0"/>
                      <a:pt x="199060" y="0"/>
                    </a:cubicBezTo>
                    <a:cubicBezTo>
                      <a:pt x="93194" y="-264"/>
                      <a:pt x="0" y="105074"/>
                      <a:pt x="0" y="243412"/>
                    </a:cubicBezTo>
                    <a:cubicBezTo>
                      <a:pt x="0" y="377262"/>
                      <a:pt x="68113" y="456463"/>
                      <a:pt x="164211" y="456463"/>
                    </a:cubicBezTo>
                    <a:cubicBezTo>
                      <a:pt x="224932" y="456463"/>
                      <a:pt x="282221" y="421879"/>
                      <a:pt x="321822" y="357990"/>
                    </a:cubicBezTo>
                    <a:cubicBezTo>
                      <a:pt x="331854" y="413959"/>
                      <a:pt x="369871" y="437455"/>
                      <a:pt x="398384" y="437455"/>
                    </a:cubicBezTo>
                    <a:cubicBezTo>
                      <a:pt x="444585" y="437455"/>
                      <a:pt x="474945" y="407623"/>
                      <a:pt x="491314" y="366966"/>
                    </a:cubicBezTo>
                    <a:cubicBezTo>
                      <a:pt x="501610" y="407623"/>
                      <a:pt x="523258" y="437719"/>
                      <a:pt x="559427" y="437719"/>
                    </a:cubicBezTo>
                    <a:cubicBezTo>
                      <a:pt x="584771" y="437719"/>
                      <a:pt x="604572" y="424783"/>
                      <a:pt x="619620" y="404191"/>
                    </a:cubicBezTo>
                    <a:cubicBezTo>
                      <a:pt x="613812" y="545433"/>
                      <a:pt x="606156" y="635458"/>
                      <a:pt x="689581" y="617506"/>
                    </a:cubicBezTo>
                    <a:cubicBezTo>
                      <a:pt x="676645" y="577377"/>
                      <a:pt x="672685" y="504248"/>
                      <a:pt x="672685" y="438775"/>
                    </a:cubicBezTo>
                    <a:cubicBezTo>
                      <a:pt x="672685" y="259252"/>
                      <a:pt x="702254" y="200115"/>
                      <a:pt x="739478" y="200115"/>
                    </a:cubicBezTo>
                    <a:cubicBezTo>
                      <a:pt x="766407" y="200115"/>
                      <a:pt x="775119" y="234436"/>
                      <a:pt x="775119" y="270869"/>
                    </a:cubicBezTo>
                    <a:cubicBezTo>
                      <a:pt x="775119" y="290405"/>
                      <a:pt x="773271" y="312845"/>
                      <a:pt x="768255" y="333173"/>
                    </a:cubicBezTo>
                    <a:cubicBezTo>
                      <a:pt x="722582" y="361950"/>
                      <a:pt x="686149" y="384654"/>
                      <a:pt x="686149" y="413431"/>
                    </a:cubicBezTo>
                    <a:cubicBezTo>
                      <a:pt x="686149" y="436135"/>
                      <a:pt x="703046" y="438247"/>
                      <a:pt x="717830" y="438247"/>
                    </a:cubicBezTo>
                    <a:cubicBezTo>
                      <a:pt x="752943" y="438247"/>
                      <a:pt x="794919" y="403927"/>
                      <a:pt x="818416" y="338982"/>
                    </a:cubicBezTo>
                    <a:cubicBezTo>
                      <a:pt x="838744" y="326573"/>
                      <a:pt x="859073" y="312581"/>
                      <a:pt x="878873" y="293309"/>
                    </a:cubicBezTo>
                    <a:cubicBezTo>
                      <a:pt x="878081" y="299909"/>
                      <a:pt x="877817" y="306509"/>
                      <a:pt x="877817" y="313373"/>
                    </a:cubicBezTo>
                    <a:cubicBezTo>
                      <a:pt x="877817" y="377790"/>
                      <a:pt x="906066" y="416599"/>
                      <a:pt x="950946" y="416599"/>
                    </a:cubicBezTo>
                    <a:cubicBezTo>
                      <a:pt x="986059" y="416599"/>
                      <a:pt x="1012724" y="391518"/>
                      <a:pt x="1031204" y="354294"/>
                    </a:cubicBezTo>
                    <a:cubicBezTo>
                      <a:pt x="1032260" y="375942"/>
                      <a:pt x="1033052" y="395742"/>
                      <a:pt x="1033316" y="413959"/>
                    </a:cubicBezTo>
                    <a:cubicBezTo>
                      <a:pt x="961771" y="446959"/>
                      <a:pt x="882833" y="480488"/>
                      <a:pt x="882833" y="573945"/>
                    </a:cubicBezTo>
                    <a:cubicBezTo>
                      <a:pt x="882833" y="622258"/>
                      <a:pt x="917682" y="658426"/>
                      <a:pt x="963091" y="658426"/>
                    </a:cubicBezTo>
                    <a:cubicBezTo>
                      <a:pt x="1062621" y="658426"/>
                      <a:pt x="1085325" y="553353"/>
                      <a:pt x="1086381" y="431119"/>
                    </a:cubicBezTo>
                    <a:cubicBezTo>
                      <a:pt x="1118854" y="417127"/>
                      <a:pt x="1142878" y="406303"/>
                      <a:pt x="1170863" y="392310"/>
                    </a:cubicBezTo>
                    <a:cubicBezTo>
                      <a:pt x="1194623" y="422143"/>
                      <a:pt x="1227096" y="437191"/>
                      <a:pt x="1256664" y="437191"/>
                    </a:cubicBezTo>
                    <a:cubicBezTo>
                      <a:pt x="1312897" y="437191"/>
                      <a:pt x="1355138" y="407359"/>
                      <a:pt x="1388931" y="346902"/>
                    </a:cubicBezTo>
                    <a:cubicBezTo>
                      <a:pt x="1395003" y="392838"/>
                      <a:pt x="1406883" y="437191"/>
                      <a:pt x="1431172" y="437191"/>
                    </a:cubicBezTo>
                    <a:cubicBezTo>
                      <a:pt x="1475789" y="437191"/>
                      <a:pt x="1484765" y="204340"/>
                      <a:pt x="1517766" y="204340"/>
                    </a:cubicBezTo>
                    <a:cubicBezTo>
                      <a:pt x="1543110" y="204340"/>
                      <a:pt x="1522253" y="456463"/>
                      <a:pt x="1589311" y="456463"/>
                    </a:cubicBezTo>
                    <a:cubicBezTo>
                      <a:pt x="1646600" y="456463"/>
                      <a:pt x="1657424" y="234700"/>
                      <a:pt x="1685409" y="234700"/>
                    </a:cubicBezTo>
                    <a:cubicBezTo>
                      <a:pt x="1705209" y="234700"/>
                      <a:pt x="1706793" y="437455"/>
                      <a:pt x="1769098" y="437455"/>
                    </a:cubicBezTo>
                    <a:cubicBezTo>
                      <a:pt x="1799723" y="437455"/>
                      <a:pt x="1833252" y="400494"/>
                      <a:pt x="1849884" y="323141"/>
                    </a:cubicBezTo>
                    <a:cubicBezTo>
                      <a:pt x="1857804" y="374622"/>
                      <a:pt x="1883677" y="437455"/>
                      <a:pt x="1934366" y="437455"/>
                    </a:cubicBezTo>
                    <a:cubicBezTo>
                      <a:pt x="1963934" y="437455"/>
                      <a:pt x="1989543" y="407623"/>
                      <a:pt x="2009079" y="367758"/>
                    </a:cubicBezTo>
                    <a:cubicBezTo>
                      <a:pt x="2014623" y="408679"/>
                      <a:pt x="2026239" y="437455"/>
                      <a:pt x="2048416" y="437455"/>
                    </a:cubicBezTo>
                    <a:cubicBezTo>
                      <a:pt x="2106761" y="437455"/>
                      <a:pt x="2104913" y="205132"/>
                      <a:pt x="2151114" y="205132"/>
                    </a:cubicBezTo>
                    <a:cubicBezTo>
                      <a:pt x="2187282" y="205132"/>
                      <a:pt x="2175930" y="437455"/>
                      <a:pt x="2261732" y="437455"/>
                    </a:cubicBezTo>
                    <a:cubicBezTo>
                      <a:pt x="2302653" y="437455"/>
                      <a:pt x="2321925" y="402607"/>
                      <a:pt x="2333541" y="359046"/>
                    </a:cubicBezTo>
                    <a:cubicBezTo>
                      <a:pt x="2349382" y="423199"/>
                      <a:pt x="2374726" y="437455"/>
                      <a:pt x="2395847" y="437455"/>
                    </a:cubicBezTo>
                    <a:cubicBezTo>
                      <a:pt x="2409047" y="437455"/>
                      <a:pt x="2419079" y="432703"/>
                      <a:pt x="2432279" y="417127"/>
                    </a:cubicBezTo>
                    <a:cubicBezTo>
                      <a:pt x="2366014" y="388614"/>
                      <a:pt x="2371558" y="283805"/>
                      <a:pt x="2371558" y="216220"/>
                    </a:cubicBezTo>
                    <a:close/>
                    <a:moveTo>
                      <a:pt x="967051" y="615394"/>
                    </a:moveTo>
                    <a:cubicBezTo>
                      <a:pt x="946458" y="615394"/>
                      <a:pt x="935634" y="595857"/>
                      <a:pt x="935634" y="573681"/>
                    </a:cubicBezTo>
                    <a:cubicBezTo>
                      <a:pt x="935634" y="514016"/>
                      <a:pt x="979459" y="482336"/>
                      <a:pt x="1033316" y="455143"/>
                    </a:cubicBezTo>
                    <a:cubicBezTo>
                      <a:pt x="1030676" y="585561"/>
                      <a:pt x="1000579" y="615394"/>
                      <a:pt x="967051" y="615394"/>
                    </a:cubicBezTo>
                    <a:close/>
                    <a:moveTo>
                      <a:pt x="1235016" y="192987"/>
                    </a:moveTo>
                    <a:cubicBezTo>
                      <a:pt x="1255080" y="192987"/>
                      <a:pt x="1266433" y="211468"/>
                      <a:pt x="1264585" y="237868"/>
                    </a:cubicBezTo>
                    <a:cubicBezTo>
                      <a:pt x="1262209" y="269021"/>
                      <a:pt x="1239504" y="304661"/>
                      <a:pt x="1200167" y="332645"/>
                    </a:cubicBezTo>
                    <a:cubicBezTo>
                      <a:pt x="1179575" y="274037"/>
                      <a:pt x="1194887" y="192987"/>
                      <a:pt x="1235016" y="192987"/>
                    </a:cubicBezTo>
                    <a:close/>
                  </a:path>
                </a:pathLst>
              </a:custGeom>
              <a:solidFill>
                <a:srgbClr val="0075B3"/>
              </a:solidFill>
              <a:ln w="2637"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2EE4A6BA-76F3-4EB4-B136-6D86A9099CC1}"/>
                  </a:ext>
                </a:extLst>
              </p:cNvPr>
              <p:cNvSpPr/>
              <p:nvPr/>
            </p:nvSpPr>
            <p:spPr>
              <a:xfrm>
                <a:off x="2256754" y="5990935"/>
                <a:ext cx="67057" cy="71059"/>
              </a:xfrm>
              <a:custGeom>
                <a:avLst/>
                <a:gdLst>
                  <a:gd name="connsiteX0" fmla="*/ 34585 w 67057"/>
                  <a:gd name="connsiteY0" fmla="*/ 71030 h 71059"/>
                  <a:gd name="connsiteX1" fmla="*/ 67057 w 67057"/>
                  <a:gd name="connsiteY1" fmla="*/ 34334 h 71059"/>
                  <a:gd name="connsiteX2" fmla="*/ 34849 w 67057"/>
                  <a:gd name="connsiteY2" fmla="*/ 13 h 71059"/>
                  <a:gd name="connsiteX3" fmla="*/ 0 w 67057"/>
                  <a:gd name="connsiteY3" fmla="*/ 36710 h 71059"/>
                  <a:gd name="connsiteX4" fmla="*/ 34585 w 67057"/>
                  <a:gd name="connsiteY4" fmla="*/ 71030 h 71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57" h="71059">
                    <a:moveTo>
                      <a:pt x="34585" y="71030"/>
                    </a:moveTo>
                    <a:cubicBezTo>
                      <a:pt x="53593" y="70502"/>
                      <a:pt x="67057" y="53870"/>
                      <a:pt x="67057" y="34334"/>
                    </a:cubicBezTo>
                    <a:cubicBezTo>
                      <a:pt x="67057" y="14797"/>
                      <a:pt x="53857" y="-515"/>
                      <a:pt x="34849" y="13"/>
                    </a:cubicBezTo>
                    <a:cubicBezTo>
                      <a:pt x="15840" y="541"/>
                      <a:pt x="0" y="17174"/>
                      <a:pt x="0" y="36710"/>
                    </a:cubicBezTo>
                    <a:cubicBezTo>
                      <a:pt x="0" y="56510"/>
                      <a:pt x="15576" y="71822"/>
                      <a:pt x="34585" y="71030"/>
                    </a:cubicBezTo>
                    <a:close/>
                  </a:path>
                </a:pathLst>
              </a:custGeom>
              <a:solidFill>
                <a:srgbClr val="0075B3"/>
              </a:solidFill>
              <a:ln w="2637"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D5E7F5A4-2726-4CFA-8EC2-6557143A99DD}"/>
                  </a:ext>
                </a:extLst>
              </p:cNvPr>
              <p:cNvSpPr/>
              <p:nvPr/>
            </p:nvSpPr>
            <p:spPr>
              <a:xfrm>
                <a:off x="2735395" y="6004645"/>
                <a:ext cx="63097" cy="67365"/>
              </a:xfrm>
              <a:custGeom>
                <a:avLst/>
                <a:gdLst>
                  <a:gd name="connsiteX0" fmla="*/ 31417 w 63097"/>
                  <a:gd name="connsiteY0" fmla="*/ 67352 h 67365"/>
                  <a:gd name="connsiteX1" fmla="*/ 63097 w 63097"/>
                  <a:gd name="connsiteY1" fmla="*/ 32503 h 67365"/>
                  <a:gd name="connsiteX2" fmla="*/ 31681 w 63097"/>
                  <a:gd name="connsiteY2" fmla="*/ 31 h 67365"/>
                  <a:gd name="connsiteX3" fmla="*/ 0 w 63097"/>
                  <a:gd name="connsiteY3" fmla="*/ 34879 h 67365"/>
                  <a:gd name="connsiteX4" fmla="*/ 31417 w 63097"/>
                  <a:gd name="connsiteY4" fmla="*/ 67352 h 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97" h="67365">
                    <a:moveTo>
                      <a:pt x="31417" y="67352"/>
                    </a:moveTo>
                    <a:cubicBezTo>
                      <a:pt x="48841" y="66824"/>
                      <a:pt x="63097" y="50984"/>
                      <a:pt x="63097" y="32503"/>
                    </a:cubicBezTo>
                    <a:cubicBezTo>
                      <a:pt x="63097" y="13759"/>
                      <a:pt x="49105" y="-761"/>
                      <a:pt x="31681" y="31"/>
                    </a:cubicBezTo>
                    <a:cubicBezTo>
                      <a:pt x="14256" y="559"/>
                      <a:pt x="0" y="16399"/>
                      <a:pt x="0" y="34879"/>
                    </a:cubicBezTo>
                    <a:cubicBezTo>
                      <a:pt x="0" y="53360"/>
                      <a:pt x="13992" y="67880"/>
                      <a:pt x="31417" y="67352"/>
                    </a:cubicBezTo>
                    <a:close/>
                  </a:path>
                </a:pathLst>
              </a:custGeom>
              <a:solidFill>
                <a:srgbClr val="0075B3"/>
              </a:solidFill>
              <a:ln w="2637"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AD1FE066-A93C-4060-B4A4-D7DBD41D0B94}"/>
                  </a:ext>
                </a:extLst>
              </p:cNvPr>
              <p:cNvSpPr/>
              <p:nvPr/>
            </p:nvSpPr>
            <p:spPr>
              <a:xfrm>
                <a:off x="2888254" y="5948708"/>
                <a:ext cx="525106" cy="442432"/>
              </a:xfrm>
              <a:custGeom>
                <a:avLst/>
                <a:gdLst>
                  <a:gd name="connsiteX0" fmla="*/ 524842 w 525106"/>
                  <a:gd name="connsiteY0" fmla="*/ 277732 h 442432"/>
                  <a:gd name="connsiteX1" fmla="*/ 434288 w 525106"/>
                  <a:gd name="connsiteY1" fmla="*/ 92401 h 442432"/>
                  <a:gd name="connsiteX2" fmla="*/ 293310 w 525106"/>
                  <a:gd name="connsiteY2" fmla="*/ 5016 h 442432"/>
                  <a:gd name="connsiteX3" fmla="*/ 280902 w 525106"/>
                  <a:gd name="connsiteY3" fmla="*/ 0 h 442432"/>
                  <a:gd name="connsiteX4" fmla="*/ 280902 w 525106"/>
                  <a:gd name="connsiteY4" fmla="*/ 0 h 442432"/>
                  <a:gd name="connsiteX5" fmla="*/ 280902 w 525106"/>
                  <a:gd name="connsiteY5" fmla="*/ 0 h 442432"/>
                  <a:gd name="connsiteX6" fmla="*/ 0 w 525106"/>
                  <a:gd name="connsiteY6" fmla="*/ 289612 h 442432"/>
                  <a:gd name="connsiteX7" fmla="*/ 96362 w 525106"/>
                  <a:gd name="connsiteY7" fmla="*/ 432438 h 442432"/>
                  <a:gd name="connsiteX8" fmla="*/ 196156 w 525106"/>
                  <a:gd name="connsiteY8" fmla="*/ 434551 h 442432"/>
                  <a:gd name="connsiteX9" fmla="*/ 270341 w 525106"/>
                  <a:gd name="connsiteY9" fmla="*/ 384126 h 442432"/>
                  <a:gd name="connsiteX10" fmla="*/ 439041 w 525106"/>
                  <a:gd name="connsiteY10" fmla="*/ 203547 h 442432"/>
                  <a:gd name="connsiteX11" fmla="*/ 525106 w 525106"/>
                  <a:gd name="connsiteY11" fmla="*/ 282484 h 442432"/>
                  <a:gd name="connsiteX12" fmla="*/ 524842 w 525106"/>
                  <a:gd name="connsiteY12" fmla="*/ 277732 h 442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5106" h="442432">
                    <a:moveTo>
                      <a:pt x="524842" y="277732"/>
                    </a:moveTo>
                    <a:cubicBezTo>
                      <a:pt x="523522" y="204075"/>
                      <a:pt x="488409" y="141770"/>
                      <a:pt x="434288" y="92401"/>
                    </a:cubicBezTo>
                    <a:cubicBezTo>
                      <a:pt x="393368" y="54913"/>
                      <a:pt x="344527" y="26400"/>
                      <a:pt x="293310" y="5016"/>
                    </a:cubicBezTo>
                    <a:cubicBezTo>
                      <a:pt x="289086" y="3168"/>
                      <a:pt x="285126" y="1584"/>
                      <a:pt x="280902" y="0"/>
                    </a:cubicBezTo>
                    <a:lnTo>
                      <a:pt x="280902" y="0"/>
                    </a:lnTo>
                    <a:cubicBezTo>
                      <a:pt x="280902" y="0"/>
                      <a:pt x="280902" y="0"/>
                      <a:pt x="280902" y="0"/>
                    </a:cubicBezTo>
                    <a:cubicBezTo>
                      <a:pt x="218068" y="75505"/>
                      <a:pt x="0" y="131738"/>
                      <a:pt x="0" y="289612"/>
                    </a:cubicBezTo>
                    <a:cubicBezTo>
                      <a:pt x="0" y="351389"/>
                      <a:pt x="39073" y="409206"/>
                      <a:pt x="96362" y="432438"/>
                    </a:cubicBezTo>
                    <a:cubicBezTo>
                      <a:pt x="129627" y="445111"/>
                      <a:pt x="162891" y="445639"/>
                      <a:pt x="196156" y="434551"/>
                    </a:cubicBezTo>
                    <a:cubicBezTo>
                      <a:pt x="225724" y="424782"/>
                      <a:pt x="250013" y="406566"/>
                      <a:pt x="270341" y="384126"/>
                    </a:cubicBezTo>
                    <a:cubicBezTo>
                      <a:pt x="334230" y="313373"/>
                      <a:pt x="360367" y="203547"/>
                      <a:pt x="439041" y="203547"/>
                    </a:cubicBezTo>
                    <a:cubicBezTo>
                      <a:pt x="510850" y="203547"/>
                      <a:pt x="520618" y="254764"/>
                      <a:pt x="525106" y="282484"/>
                    </a:cubicBezTo>
                    <a:cubicBezTo>
                      <a:pt x="525106" y="282484"/>
                      <a:pt x="524842" y="280636"/>
                      <a:pt x="524842" y="277732"/>
                    </a:cubicBezTo>
                    <a:close/>
                  </a:path>
                </a:pathLst>
              </a:custGeom>
              <a:solidFill>
                <a:srgbClr val="0075B3"/>
              </a:solidFill>
              <a:ln w="2637"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55912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72525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21" name="Object 20" hidden="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CLF OTC Integration Roadmap Proposal |  Capgemini |  July 2021</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6" r:id="rId2"/>
    <p:sldLayoutId id="2147483930" r:id="rId3"/>
    <p:sldLayoutId id="2147483955" r:id="rId4"/>
    <p:sldLayoutId id="2147483954" r:id="rId5"/>
    <p:sldLayoutId id="2147483962" r:id="rId6"/>
    <p:sldLayoutId id="2147483900" r:id="rId7"/>
    <p:sldLayoutId id="2147483945" r:id="rId8"/>
    <p:sldLayoutId id="2147483948" r:id="rId9"/>
    <p:sldLayoutId id="2147483901" r:id="rId10"/>
    <p:sldLayoutId id="2147483960" r:id="rId11"/>
    <p:sldLayoutId id="2147483902" r:id="rId12"/>
    <p:sldLayoutId id="2147483903" r:id="rId13"/>
    <p:sldLayoutId id="2147483949" r:id="rId14"/>
    <p:sldLayoutId id="2147483905" r:id="rId15"/>
    <p:sldLayoutId id="2147483961" r:id="rId16"/>
    <p:sldLayoutId id="2147483958" r:id="rId17"/>
    <p:sldLayoutId id="2147483959" r:id="rId18"/>
    <p:sldLayoutId id="2147483918" r:id="rId19"/>
    <p:sldLayoutId id="2147483950" r:id="rId20"/>
    <p:sldLayoutId id="2147483922" r:id="rId21"/>
    <p:sldLayoutId id="2147483970" r:id="rId22"/>
    <p:sldLayoutId id="2147483971" r:id="rId2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559ADD-09B8-4697-B6CD-FA72E0865C1E}"/>
              </a:ext>
            </a:extLst>
          </p:cNvPr>
          <p:cNvSpPr>
            <a:spLocks noGrp="1"/>
          </p:cNvSpPr>
          <p:nvPr>
            <p:ph type="title"/>
          </p:nvPr>
        </p:nvSpPr>
        <p:spPr/>
        <p:txBody>
          <a:bodyPr/>
          <a:lstStyle/>
          <a:p>
            <a:r>
              <a:rPr lang="en-US" dirty="0"/>
              <a:t>Bhupesh Ramkrishna chaudhari</a:t>
            </a:r>
          </a:p>
        </p:txBody>
      </p:sp>
      <p:sp>
        <p:nvSpPr>
          <p:cNvPr id="4" name="Text Placeholder 3">
            <a:extLst>
              <a:ext uri="{FF2B5EF4-FFF2-40B4-BE49-F238E27FC236}">
                <a16:creationId xmlns:a16="http://schemas.microsoft.com/office/drawing/2014/main" id="{19BC64E9-961C-4704-8C01-F08BFFF9D214}"/>
              </a:ext>
            </a:extLst>
          </p:cNvPr>
          <p:cNvSpPr>
            <a:spLocks noGrp="1"/>
          </p:cNvSpPr>
          <p:nvPr>
            <p:ph type="body" sz="quarter" idx="11"/>
          </p:nvPr>
        </p:nvSpPr>
        <p:spPr/>
        <p:txBody>
          <a:bodyPr/>
          <a:lstStyle/>
          <a:p>
            <a:r>
              <a:rPr lang="en-US" dirty="0"/>
              <a:t>Analyst / Software Engineer</a:t>
            </a:r>
          </a:p>
        </p:txBody>
      </p:sp>
      <p:sp>
        <p:nvSpPr>
          <p:cNvPr id="8" name="Text Placeholder 4">
            <a:extLst>
              <a:ext uri="{FF2B5EF4-FFF2-40B4-BE49-F238E27FC236}">
                <a16:creationId xmlns:a16="http://schemas.microsoft.com/office/drawing/2014/main" id="{E4EC2F30-0BFF-4DBB-AA0B-5654405284F3}"/>
              </a:ext>
            </a:extLst>
          </p:cNvPr>
          <p:cNvSpPr txBox="1">
            <a:spLocks/>
          </p:cNvSpPr>
          <p:nvPr/>
        </p:nvSpPr>
        <p:spPr>
          <a:xfrm>
            <a:off x="2937750" y="2787924"/>
            <a:ext cx="1750457" cy="331986"/>
          </a:xfrm>
          <a:prstGeom prst="rect">
            <a:avLst/>
          </a:prstGeom>
          <a:noFill/>
        </p:spPr>
        <p:txBody>
          <a:bodyPr anchor="b">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600" b="1" kern="1200" baseline="0">
                <a:solidFill>
                  <a:schemeClr val="accent1"/>
                </a:solidFill>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n-lt"/>
              </a:rPr>
              <a:t>EDUCATION </a:t>
            </a:r>
          </a:p>
        </p:txBody>
      </p:sp>
      <p:sp>
        <p:nvSpPr>
          <p:cNvPr id="9" name="Text Placeholder 7">
            <a:extLst>
              <a:ext uri="{FF2B5EF4-FFF2-40B4-BE49-F238E27FC236}">
                <a16:creationId xmlns:a16="http://schemas.microsoft.com/office/drawing/2014/main" id="{15347811-1124-4538-B46B-D36891D55B2B}"/>
              </a:ext>
            </a:extLst>
          </p:cNvPr>
          <p:cNvSpPr txBox="1">
            <a:spLocks/>
          </p:cNvSpPr>
          <p:nvPr/>
        </p:nvSpPr>
        <p:spPr>
          <a:xfrm>
            <a:off x="2906412" y="3119910"/>
            <a:ext cx="2334304" cy="570892"/>
          </a:xfrm>
          <a:prstGeom prst="rect">
            <a:avLst/>
          </a:prstGeom>
        </p:spPr>
        <p:txBody>
          <a:bodyPr>
            <a:noAutofit/>
          </a:bodyPr>
          <a:lstStyle>
            <a:lvl1pPr marL="171450" indent="-17145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388" lvl="1" indent="-179388">
              <a:spcAft>
                <a:spcPts val="300"/>
              </a:spcAft>
              <a:buClr>
                <a:srgbClr val="0070AD"/>
              </a:buClr>
              <a:buSzPct val="100000"/>
              <a:defRPr/>
            </a:pPr>
            <a:r>
              <a:rPr lang="en-US" sz="1100" dirty="0">
                <a:solidFill>
                  <a:prstClr val="black"/>
                </a:solidFill>
                <a:latin typeface="+mn-lt"/>
                <a:cs typeface="Calibri" pitchFamily="34" charset="0"/>
              </a:rPr>
              <a:t>B. Tech Electronics and Telecommunication Engineering, University of DBATU, Lonere, India</a:t>
            </a:r>
          </a:p>
          <a:p>
            <a:pPr marL="179388" lvl="1" indent="-179388">
              <a:spcAft>
                <a:spcPts val="300"/>
              </a:spcAft>
              <a:buClr>
                <a:srgbClr val="0070AD"/>
              </a:buClr>
              <a:buSzPct val="100000"/>
              <a:defRPr/>
            </a:pPr>
            <a:endParaRPr lang="en-US" sz="1100" dirty="0">
              <a:solidFill>
                <a:prstClr val="black"/>
              </a:solidFill>
              <a:latin typeface="+mn-lt"/>
              <a:cs typeface="Calibri" pitchFamily="34" charset="0"/>
            </a:endParaRPr>
          </a:p>
          <a:p>
            <a:pPr marL="179388" lvl="1" indent="-179388">
              <a:spcAft>
                <a:spcPts val="300"/>
              </a:spcAft>
              <a:buClr>
                <a:srgbClr val="0070AD"/>
              </a:buClr>
              <a:buSzPct val="100000"/>
              <a:defRPr/>
            </a:pPr>
            <a:endParaRPr lang="en-US" sz="1100" dirty="0">
              <a:solidFill>
                <a:prstClr val="black"/>
              </a:solidFill>
              <a:latin typeface="+mn-lt"/>
              <a:cs typeface="Calibri" pitchFamily="34" charset="0"/>
            </a:endParaRPr>
          </a:p>
        </p:txBody>
      </p:sp>
      <p:sp>
        <p:nvSpPr>
          <p:cNvPr id="10" name="Text Placeholder 7">
            <a:extLst>
              <a:ext uri="{FF2B5EF4-FFF2-40B4-BE49-F238E27FC236}">
                <a16:creationId xmlns:a16="http://schemas.microsoft.com/office/drawing/2014/main" id="{4F0ABCD0-8FFA-4A2B-B5EA-4D96BABA826C}"/>
              </a:ext>
            </a:extLst>
          </p:cNvPr>
          <p:cNvSpPr txBox="1">
            <a:spLocks/>
          </p:cNvSpPr>
          <p:nvPr/>
        </p:nvSpPr>
        <p:spPr>
          <a:xfrm>
            <a:off x="2906412" y="1717717"/>
            <a:ext cx="3785323" cy="1254084"/>
          </a:xfrm>
          <a:prstGeom prst="rect">
            <a:avLst/>
          </a:prstGeom>
        </p:spPr>
        <p:txBody>
          <a:bodyPr>
            <a:noAutofit/>
          </a:bodyPr>
          <a:lstStyle>
            <a:lvl1pPr marL="171450" indent="-17145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3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300"/>
              </a:spcAft>
              <a:buClr>
                <a:schemeClr val="accent1"/>
              </a:buClr>
              <a:buFont typeface="Verdana" panose="020B060403050404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3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050" dirty="0">
                <a:solidFill>
                  <a:prstClr val="black"/>
                </a:solidFill>
                <a:latin typeface="+mn-lt"/>
                <a:cs typeface="Calibri" pitchFamily="34" charset="0"/>
                <a:sym typeface="Georgia"/>
              </a:rPr>
              <a:t>Application Managed Services</a:t>
            </a:r>
          </a:p>
          <a:p>
            <a:pPr lvl="1"/>
            <a:r>
              <a:rPr lang="en-US" sz="1050" dirty="0">
                <a:solidFill>
                  <a:prstClr val="black"/>
                </a:solidFill>
                <a:latin typeface="+mn-lt"/>
                <a:cs typeface="Calibri" pitchFamily="34" charset="0"/>
                <a:sym typeface="Georgia"/>
              </a:rPr>
              <a:t>Software Development</a:t>
            </a:r>
          </a:p>
          <a:p>
            <a:pPr lvl="1"/>
            <a:r>
              <a:rPr lang="en-US" sz="1050" dirty="0">
                <a:solidFill>
                  <a:prstClr val="black"/>
                </a:solidFill>
                <a:latin typeface="+mn-lt"/>
                <a:cs typeface="Calibri" pitchFamily="34" charset="0"/>
                <a:sym typeface="Georgia"/>
              </a:rPr>
              <a:t>Quality &amp; Testing</a:t>
            </a:r>
          </a:p>
          <a:p>
            <a:pPr lvl="1"/>
            <a:r>
              <a:rPr lang="en-US" sz="1050" dirty="0">
                <a:solidFill>
                  <a:prstClr val="black"/>
                </a:solidFill>
                <a:latin typeface="+mn-lt"/>
                <a:cs typeface="Calibri" pitchFamily="34" charset="0"/>
                <a:sym typeface="Georgia"/>
              </a:rPr>
              <a:t>Communication</a:t>
            </a:r>
          </a:p>
          <a:p>
            <a:pPr lvl="1"/>
            <a:endParaRPr lang="en-US" sz="1050" dirty="0">
              <a:solidFill>
                <a:prstClr val="black"/>
              </a:solidFill>
              <a:latin typeface="+mn-lt"/>
              <a:cs typeface="Calibri" pitchFamily="34" charset="0"/>
              <a:sym typeface="Georgia"/>
            </a:endParaRPr>
          </a:p>
          <a:p>
            <a:pPr lvl="1"/>
            <a:endParaRPr lang="en-US" sz="1050" dirty="0">
              <a:solidFill>
                <a:prstClr val="black"/>
              </a:solidFill>
              <a:latin typeface="+mn-lt"/>
              <a:cs typeface="Calibri" pitchFamily="34" charset="0"/>
              <a:sym typeface="Georgia"/>
            </a:endParaRPr>
          </a:p>
        </p:txBody>
      </p:sp>
      <p:sp>
        <p:nvSpPr>
          <p:cNvPr id="11" name="Text Placeholder 7">
            <a:extLst>
              <a:ext uri="{FF2B5EF4-FFF2-40B4-BE49-F238E27FC236}">
                <a16:creationId xmlns:a16="http://schemas.microsoft.com/office/drawing/2014/main" id="{74836AF5-D151-4E62-9CC5-0E4FF29BDDA4}"/>
              </a:ext>
            </a:extLst>
          </p:cNvPr>
          <p:cNvSpPr txBox="1">
            <a:spLocks/>
          </p:cNvSpPr>
          <p:nvPr/>
        </p:nvSpPr>
        <p:spPr>
          <a:xfrm>
            <a:off x="6197943" y="1717717"/>
            <a:ext cx="5189777" cy="4545783"/>
          </a:xfrm>
          <a:prstGeom prst="rect">
            <a:avLst/>
          </a:prstGeom>
        </p:spPr>
        <p:txBody>
          <a:bodyPr>
            <a:noAutofit/>
          </a:bodyPr>
          <a:lstStyle>
            <a:lvl1pPr marL="171450" indent="-17145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3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3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3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fontAlgn="base">
              <a:lnSpc>
                <a:spcPct val="110000"/>
              </a:lnSpc>
              <a:buClr>
                <a:srgbClr val="0070AD"/>
              </a:buClr>
              <a:buFont typeface="Wingdings" panose="05000000000000000000" pitchFamily="2" charset="2"/>
              <a:buChar char="q"/>
              <a:defRPr/>
            </a:pPr>
            <a:r>
              <a:rPr lang="en-US" b="1" dirty="0">
                <a:latin typeface="+mn-lt"/>
              </a:rPr>
              <a:t>CAST</a:t>
            </a:r>
          </a:p>
          <a:p>
            <a:pPr lvl="2" fontAlgn="base">
              <a:lnSpc>
                <a:spcPct val="110000"/>
              </a:lnSpc>
              <a:buClr>
                <a:srgbClr val="0070AD"/>
              </a:buClr>
              <a:buFont typeface="Wingdings" panose="05000000000000000000" pitchFamily="2" charset="2"/>
              <a:buChar char="§"/>
              <a:defRPr/>
            </a:pPr>
            <a:r>
              <a:rPr lang="en-US" sz="1050" dirty="0">
                <a:solidFill>
                  <a:prstClr val="black"/>
                </a:solidFill>
                <a:latin typeface="+mn-lt"/>
              </a:rPr>
              <a:t>Managed Dashboard Deployment to show code scan result</a:t>
            </a:r>
          </a:p>
          <a:p>
            <a:pPr lvl="2" fontAlgn="base">
              <a:lnSpc>
                <a:spcPct val="110000"/>
              </a:lnSpc>
              <a:buClr>
                <a:srgbClr val="0070AD"/>
              </a:buClr>
              <a:buFont typeface="Wingdings" panose="05000000000000000000" pitchFamily="2" charset="2"/>
              <a:buChar char="§"/>
              <a:defRPr/>
            </a:pPr>
            <a:r>
              <a:rPr lang="en-IN" sz="1050" dirty="0">
                <a:solidFill>
                  <a:prstClr val="black"/>
                </a:solidFill>
                <a:latin typeface="+mn-lt"/>
              </a:rPr>
              <a:t>Technical details update on Cast Portal</a:t>
            </a:r>
          </a:p>
          <a:p>
            <a:pPr lvl="2" fontAlgn="base">
              <a:lnSpc>
                <a:spcPct val="110000"/>
              </a:lnSpc>
              <a:buClr>
                <a:srgbClr val="0070AD"/>
              </a:buClr>
              <a:buFont typeface="Wingdings" panose="05000000000000000000" pitchFamily="2" charset="2"/>
              <a:buChar char="§"/>
              <a:defRPr/>
            </a:pPr>
            <a:r>
              <a:rPr lang="en-IN" sz="1050" dirty="0">
                <a:solidFill>
                  <a:prstClr val="black"/>
                </a:solidFill>
                <a:latin typeface="+mn-lt"/>
              </a:rPr>
              <a:t>Serial Action Plan Activity (Monthly)</a:t>
            </a:r>
          </a:p>
          <a:p>
            <a:pPr lvl="2" fontAlgn="base">
              <a:lnSpc>
                <a:spcPct val="110000"/>
              </a:lnSpc>
              <a:buClr>
                <a:srgbClr val="0070AD"/>
              </a:buClr>
              <a:buFont typeface="Wingdings" panose="05000000000000000000" pitchFamily="2" charset="2"/>
              <a:buChar char="§"/>
              <a:defRPr/>
            </a:pPr>
            <a:r>
              <a:rPr lang="en-IN" sz="1050" dirty="0">
                <a:solidFill>
                  <a:prstClr val="black"/>
                </a:solidFill>
                <a:latin typeface="+mn-lt"/>
              </a:rPr>
              <a:t>Troom Uploads (Monthly)</a:t>
            </a:r>
          </a:p>
          <a:p>
            <a:pPr lvl="2" fontAlgn="base">
              <a:lnSpc>
                <a:spcPct val="110000"/>
              </a:lnSpc>
              <a:buClr>
                <a:srgbClr val="0070AD"/>
              </a:buClr>
              <a:buFont typeface="Wingdings" panose="05000000000000000000" pitchFamily="2" charset="2"/>
              <a:buChar char="§"/>
              <a:defRPr/>
            </a:pPr>
            <a:endParaRPr lang="en-IN" sz="1050" dirty="0">
              <a:solidFill>
                <a:prstClr val="black"/>
              </a:solidFill>
              <a:latin typeface="+mn-lt"/>
            </a:endParaRPr>
          </a:p>
          <a:p>
            <a:pPr lvl="2" fontAlgn="base">
              <a:lnSpc>
                <a:spcPct val="110000"/>
              </a:lnSpc>
              <a:buClr>
                <a:srgbClr val="0070AD"/>
              </a:buClr>
              <a:buFont typeface="Wingdings" panose="05000000000000000000" pitchFamily="2" charset="2"/>
              <a:buChar char="§"/>
              <a:defRPr/>
            </a:pPr>
            <a:endParaRPr lang="en-IN" sz="1050" dirty="0">
              <a:solidFill>
                <a:prstClr val="black"/>
              </a:solidFill>
              <a:latin typeface="+mn-lt"/>
            </a:endParaRPr>
          </a:p>
          <a:p>
            <a:pPr lvl="2" fontAlgn="base">
              <a:lnSpc>
                <a:spcPct val="110000"/>
              </a:lnSpc>
              <a:buClr>
                <a:srgbClr val="0070AD"/>
              </a:buClr>
              <a:buFont typeface="Wingdings" panose="05000000000000000000" pitchFamily="2" charset="2"/>
              <a:buChar char="§"/>
              <a:defRPr/>
            </a:pPr>
            <a:endParaRPr lang="en-US" sz="1050" dirty="0">
              <a:solidFill>
                <a:prstClr val="black"/>
              </a:solidFill>
              <a:latin typeface="+mn-lt"/>
            </a:endParaRPr>
          </a:p>
          <a:p>
            <a:pPr lvl="2" fontAlgn="base">
              <a:lnSpc>
                <a:spcPct val="110000"/>
              </a:lnSpc>
              <a:buClr>
                <a:srgbClr val="0070AD"/>
              </a:buClr>
              <a:buFont typeface="Wingdings" panose="05000000000000000000" pitchFamily="2" charset="2"/>
              <a:buChar char="§"/>
              <a:defRPr/>
            </a:pPr>
            <a:endParaRPr lang="en-US" sz="1050" dirty="0">
              <a:solidFill>
                <a:prstClr val="black"/>
              </a:solidFill>
              <a:latin typeface="+mn-lt"/>
            </a:endParaRPr>
          </a:p>
        </p:txBody>
      </p:sp>
      <p:sp>
        <p:nvSpPr>
          <p:cNvPr id="12" name="Text Placeholder 4">
            <a:extLst>
              <a:ext uri="{FF2B5EF4-FFF2-40B4-BE49-F238E27FC236}">
                <a16:creationId xmlns:a16="http://schemas.microsoft.com/office/drawing/2014/main" id="{991A0BDE-A9EB-4A7F-9FA8-4B4124498138}"/>
              </a:ext>
            </a:extLst>
          </p:cNvPr>
          <p:cNvSpPr txBox="1">
            <a:spLocks/>
          </p:cNvSpPr>
          <p:nvPr/>
        </p:nvSpPr>
        <p:spPr>
          <a:xfrm>
            <a:off x="2875932" y="1392636"/>
            <a:ext cx="3634561" cy="331986"/>
          </a:xfrm>
          <a:prstGeom prst="rect">
            <a:avLst/>
          </a:prstGeom>
          <a:noFill/>
        </p:spPr>
        <p:txBody>
          <a:bodyPr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mn-lt"/>
              </a:rPr>
              <a:t>KEY COMPETENCIES</a:t>
            </a:r>
          </a:p>
        </p:txBody>
      </p:sp>
      <p:sp>
        <p:nvSpPr>
          <p:cNvPr id="13" name="Text Placeholder 4">
            <a:extLst>
              <a:ext uri="{FF2B5EF4-FFF2-40B4-BE49-F238E27FC236}">
                <a16:creationId xmlns:a16="http://schemas.microsoft.com/office/drawing/2014/main" id="{B312E921-FD21-403D-BC59-370BE6CC4895}"/>
              </a:ext>
            </a:extLst>
          </p:cNvPr>
          <p:cNvSpPr txBox="1">
            <a:spLocks/>
          </p:cNvSpPr>
          <p:nvPr/>
        </p:nvSpPr>
        <p:spPr>
          <a:xfrm>
            <a:off x="456477" y="2447058"/>
            <a:ext cx="3291531" cy="331986"/>
          </a:xfrm>
          <a:prstGeom prst="rect">
            <a:avLst/>
          </a:prstGeom>
          <a:noFill/>
        </p:spPr>
        <p:txBody>
          <a:bodyPr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1600" dirty="0">
                <a:latin typeface="+mn-lt"/>
                <a:ea typeface="+mn-ea"/>
              </a:rPr>
              <a:t>PROFILE</a:t>
            </a:r>
          </a:p>
        </p:txBody>
      </p:sp>
      <p:sp>
        <p:nvSpPr>
          <p:cNvPr id="14" name="Text Placeholder 4">
            <a:extLst>
              <a:ext uri="{FF2B5EF4-FFF2-40B4-BE49-F238E27FC236}">
                <a16:creationId xmlns:a16="http://schemas.microsoft.com/office/drawing/2014/main" id="{1320A28D-1DA3-4E7B-AC0B-0CB87C53E73D}"/>
              </a:ext>
            </a:extLst>
          </p:cNvPr>
          <p:cNvSpPr txBox="1">
            <a:spLocks/>
          </p:cNvSpPr>
          <p:nvPr/>
        </p:nvSpPr>
        <p:spPr>
          <a:xfrm>
            <a:off x="6371159" y="1348708"/>
            <a:ext cx="3824369" cy="331986"/>
          </a:xfrm>
          <a:prstGeom prst="rect">
            <a:avLst/>
          </a:prstGeom>
          <a:noFill/>
        </p:spPr>
        <p:txBody>
          <a:bodyPr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1600" dirty="0">
                <a:latin typeface="+mn-lt"/>
                <a:ea typeface="+mn-ea"/>
              </a:rPr>
              <a:t>EXPERIENCE </a:t>
            </a:r>
          </a:p>
        </p:txBody>
      </p:sp>
      <p:sp>
        <p:nvSpPr>
          <p:cNvPr id="15" name="Text Placeholder 7">
            <a:extLst>
              <a:ext uri="{FF2B5EF4-FFF2-40B4-BE49-F238E27FC236}">
                <a16:creationId xmlns:a16="http://schemas.microsoft.com/office/drawing/2014/main" id="{2ECE8040-9ABF-43B1-8FD3-0CD9CE06F2CA}"/>
              </a:ext>
            </a:extLst>
          </p:cNvPr>
          <p:cNvSpPr txBox="1">
            <a:spLocks/>
          </p:cNvSpPr>
          <p:nvPr/>
        </p:nvSpPr>
        <p:spPr>
          <a:xfrm>
            <a:off x="125010" y="2929470"/>
            <a:ext cx="2543331" cy="2861730"/>
          </a:xfrm>
          <a:prstGeom prst="rect">
            <a:avLst/>
          </a:prstGeom>
        </p:spPr>
        <p:txBody>
          <a:bodyPr>
            <a:noAutofit/>
          </a:bodyPr>
          <a:lstStyle>
            <a:lvl1pPr marL="171450" indent="-17145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3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3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3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AU" sz="1050" dirty="0">
                <a:latin typeface="+mn-lt"/>
              </a:rPr>
              <a:t>Bhupesh Ramkrishna Chaudhari</a:t>
            </a:r>
            <a:r>
              <a:rPr lang="en-US" sz="1050" dirty="0">
                <a:latin typeface="+mn-lt"/>
              </a:rPr>
              <a:t> is a Analyst / Software Engineer  at Capgemini with over one year of Information Technology experience. </a:t>
            </a:r>
          </a:p>
          <a:p>
            <a:pPr lvl="1"/>
            <a:r>
              <a:rPr lang="en-US" sz="1050" dirty="0">
                <a:latin typeface="+mn-lt"/>
              </a:rPr>
              <a:t>Since joining Capgemini in 2021, Bhupesh has excelled in CAST assignment in application code quality testing programs, CAST Tracker Development.</a:t>
            </a:r>
          </a:p>
          <a:p>
            <a:pPr lvl="1"/>
            <a:endParaRPr lang="en-US" sz="1050" dirty="0">
              <a:latin typeface="+mn-lt"/>
            </a:endParaRPr>
          </a:p>
        </p:txBody>
      </p:sp>
      <p:sp>
        <p:nvSpPr>
          <p:cNvPr id="16" name="TextBox 15">
            <a:extLst>
              <a:ext uri="{FF2B5EF4-FFF2-40B4-BE49-F238E27FC236}">
                <a16:creationId xmlns:a16="http://schemas.microsoft.com/office/drawing/2014/main" id="{3C79BD48-9B84-4CC6-8324-460E3A52966F}"/>
              </a:ext>
            </a:extLst>
          </p:cNvPr>
          <p:cNvSpPr txBox="1"/>
          <p:nvPr/>
        </p:nvSpPr>
        <p:spPr>
          <a:xfrm>
            <a:off x="2864860" y="3990608"/>
            <a:ext cx="3785323" cy="341632"/>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70AD"/>
                </a:solidFill>
                <a:effectLst/>
                <a:uLnTx/>
                <a:uFillTx/>
                <a:latin typeface="Ubuntu"/>
                <a:ea typeface="Verdana" panose="020B0604030504040204" pitchFamily="34" charset="0"/>
                <a:cs typeface="+mn-cs"/>
              </a:rPr>
              <a:t>CERTIFICATIONS</a:t>
            </a:r>
          </a:p>
        </p:txBody>
      </p:sp>
      <p:sp>
        <p:nvSpPr>
          <p:cNvPr id="17" name="Text Placeholder 7">
            <a:extLst>
              <a:ext uri="{FF2B5EF4-FFF2-40B4-BE49-F238E27FC236}">
                <a16:creationId xmlns:a16="http://schemas.microsoft.com/office/drawing/2014/main" id="{6C7F4A03-07C5-4767-8B2E-8961511B57B7}"/>
              </a:ext>
            </a:extLst>
          </p:cNvPr>
          <p:cNvSpPr txBox="1">
            <a:spLocks/>
          </p:cNvSpPr>
          <p:nvPr/>
        </p:nvSpPr>
        <p:spPr>
          <a:xfrm>
            <a:off x="2844897" y="4152920"/>
            <a:ext cx="3276667" cy="2110579"/>
          </a:xfrm>
          <a:prstGeom prst="rect">
            <a:avLst/>
          </a:prstGeom>
        </p:spPr>
        <p:txBody>
          <a:bodyPr lIns="91440" tIns="45720" rIns="91440" bIns="45720" anchor="t">
            <a:noAutofit/>
          </a:bodyPr>
          <a:lstStyle>
            <a:lvl1pPr marL="171450" indent="-17145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300"/>
              </a:spcAft>
              <a:buClr>
                <a:schemeClr val="accent1"/>
              </a:buClr>
              <a:buFont typeface="Wingdings" panose="05000000000000000000" pitchFamily="2" charset="2"/>
              <a:buChar char="§"/>
              <a:defRPr sz="11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300"/>
              </a:spcAft>
              <a:buClr>
                <a:schemeClr val="accent1"/>
              </a:buClr>
              <a:buFont typeface="Verdana" panose="020B060403050404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3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4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57200" fontAlgn="b">
              <a:spcAft>
                <a:spcPts val="300"/>
              </a:spcAft>
              <a:defRPr/>
            </a:pPr>
            <a:endParaRPr lang="en-US" sz="1000" dirty="0">
              <a:latin typeface="Ubuntu"/>
              <a:ea typeface="+mn-ea"/>
              <a:cs typeface="Calibri Light"/>
            </a:endParaRPr>
          </a:p>
          <a:p>
            <a:pPr defTabSz="457200" fontAlgn="b">
              <a:spcAft>
                <a:spcPts val="300"/>
              </a:spcAft>
              <a:defRPr/>
            </a:pPr>
            <a:r>
              <a:rPr lang="en-US" sz="1000" dirty="0">
                <a:latin typeface="Ubuntu"/>
                <a:ea typeface="+mn-ea"/>
                <a:cs typeface="Calibri Light"/>
              </a:rPr>
              <a:t>Python</a:t>
            </a:r>
          </a:p>
          <a:p>
            <a:pPr defTabSz="457200" fontAlgn="b">
              <a:spcAft>
                <a:spcPts val="300"/>
              </a:spcAft>
              <a:defRPr/>
            </a:pPr>
            <a:r>
              <a:rPr lang="en-US" sz="1000" b="0" i="0" u="none" strike="noStrike" kern="1200" cap="none" spc="0" normalizeH="0" baseline="0" noProof="0" dirty="0">
                <a:ln>
                  <a:noFill/>
                </a:ln>
                <a:effectLst/>
                <a:uLnTx/>
                <a:uFillTx/>
                <a:latin typeface="Ubuntu"/>
                <a:ea typeface="+mn-ea"/>
                <a:cs typeface="Calibri Light"/>
              </a:rPr>
              <a:t>AZ-900 Microsoft Azure Fundamentals</a:t>
            </a:r>
          </a:p>
          <a:p>
            <a:pPr defTabSz="457200">
              <a:spcAft>
                <a:spcPts val="300"/>
              </a:spcAft>
              <a:defRPr/>
            </a:pPr>
            <a:endParaRPr lang="en-US" sz="1000" dirty="0">
              <a:latin typeface="Ubuntu"/>
              <a:ea typeface="+mn-ea"/>
              <a:cs typeface="Calibri Light" panose="020F0302020204030204" pitchFamily="34" charset="0"/>
            </a:endParaRPr>
          </a:p>
        </p:txBody>
      </p:sp>
      <p:pic>
        <p:nvPicPr>
          <p:cNvPr id="18" name="Picture 17">
            <a:extLst>
              <a:ext uri="{FF2B5EF4-FFF2-40B4-BE49-F238E27FC236}">
                <a16:creationId xmlns:a16="http://schemas.microsoft.com/office/drawing/2014/main" id="{F06B8F66-C57F-453F-9E59-E26EA857CE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898" y="424752"/>
            <a:ext cx="1706574" cy="1871880"/>
          </a:xfrm>
          <a:prstGeom prst="rect">
            <a:avLst/>
          </a:prstGeom>
        </p:spPr>
      </p:pic>
    </p:spTree>
    <p:extLst>
      <p:ext uri="{BB962C8B-B14F-4D97-AF65-F5344CB8AC3E}">
        <p14:creationId xmlns:p14="http://schemas.microsoft.com/office/powerpoint/2010/main" val="32669224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EF91064800B40B50EE9AA218D8857" ma:contentTypeVersion="4" ma:contentTypeDescription="Create a new document." ma:contentTypeScope="" ma:versionID="cf66e2272aa7ed32003c1b2a4636dba4">
  <xsd:schema xmlns:xsd="http://www.w3.org/2001/XMLSchema" xmlns:xs="http://www.w3.org/2001/XMLSchema" xmlns:p="http://schemas.microsoft.com/office/2006/metadata/properties" xmlns:ns2="f04cb540-feb0-4f44-bb71-218acc52c1cb" targetNamespace="http://schemas.microsoft.com/office/2006/metadata/properties" ma:root="true" ma:fieldsID="1f02338dbc8883ca5a4f37830de2db84" ns2:_="">
    <xsd:import namespace="f04cb540-feb0-4f44-bb71-218acc52c1c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cb540-feb0-4f44-bb71-218acc52c1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273949-3384-4706-8C28-7AC1DE77DBAC}">
  <ds:schemaRefs>
    <ds:schemaRef ds:uri="f04cb540-feb0-4f44-bb71-218acc52c1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8765F6DA-EDFD-4C3F-B2EB-EDE359E124E2}">
  <ds:schemaRefs>
    <ds:schemaRef ds:uri="http://purl.org/dc/dcmitype/"/>
    <ds:schemaRef ds:uri="http://schemas.microsoft.com/office/infopath/2007/PartnerControls"/>
    <ds:schemaRef ds:uri="http://purl.org/dc/elements/1.1/"/>
    <ds:schemaRef ds:uri="http://schemas.microsoft.com/office/2006/documentManagement/types"/>
    <ds:schemaRef ds:uri="f04cb540-feb0-4f44-bb71-218acc52c1cb"/>
    <ds:schemaRef ds:uri="http://purl.org/dc/term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Capgemini Master 2021</Template>
  <TotalTime>7555</TotalTime>
  <Words>112</Words>
  <Application>Microsoft Office PowerPoint</Application>
  <PresentationFormat>Widescreen</PresentationFormat>
  <Paragraphs>24</Paragraphs>
  <Slides>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Ubuntu Light</vt:lpstr>
      <vt:lpstr>Ubuntu</vt:lpstr>
      <vt:lpstr>Wingdings</vt:lpstr>
      <vt:lpstr>Arial</vt:lpstr>
      <vt:lpstr>Ubuntu Medium</vt:lpstr>
      <vt:lpstr>Capgemini Master 2021</vt:lpstr>
      <vt:lpstr>think-cell Slide</vt:lpstr>
      <vt:lpstr>Bhupesh Ramkrishna chaudhari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Klock, Kimberly</dc:creator>
  <cp:lastModifiedBy>Chaudhari, Bhupesh Ramkrishna</cp:lastModifiedBy>
  <cp:revision>131</cp:revision>
  <dcterms:created xsi:type="dcterms:W3CDTF">2021-06-02T17:59:06Z</dcterms:created>
  <dcterms:modified xsi:type="dcterms:W3CDTF">2022-11-23T07:29:54Z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0x010100608EF91064800B40B50EE9AA218D8857</vt:lpwstr>
  </property>
</Properties>
</file>